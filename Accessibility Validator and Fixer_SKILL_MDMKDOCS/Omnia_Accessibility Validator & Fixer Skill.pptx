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147310929" r:id="rId5"/>
    <p:sldId id="2147310930" r:id="rId6"/>
    <p:sldId id="2147310952" r:id="rId7"/>
    <p:sldId id="2147310960" r:id="rId8"/>
    <p:sldId id="214731095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70C000A-F15E-CDEB-5FF0-3591E52921F2}" name="Daniels, Michelle" initials="DM" userId="S::michelle_daniels@dell.com::068e6cfe-dc47-43fe-8b35-a3a67322fa9c" providerId="AD"/>
  <p188:author id="{1D511275-967C-2AE7-D834-C852EF495766}" name="Daniels, Michelle" initials="MD" userId="S::Michelle_Daniels@Dell.com::068e6cfe-dc47-43fe-8b35-a3a67322fa9c" providerId="AD"/>
  <p188:author id="{ED2983AF-9298-20EC-AEF1-8D41B4975210}" name="Gonzales, Dionne" initials="DG" userId="S::Dionne_Gonzales@Dell.com::4e7974cd-2679-40c4-86d8-b9a4d317dfc5" providerId="AD"/>
  <p188:author id="{374E5DB5-84AC-8B4E-C77D-C73014835CAD}" name="Gonzales, Dionne" initials="GD" userId="S::dionne_gonzales@dell.com::4e7974cd-2679-40c4-86d8-b9a4d317dfc5" providerId="AD"/>
  <p188:author id="{82CCC5B6-CD32-E5B0-E0EF-0830A25402C4}" name="Dawson, John" initials="JD" userId="S::J.Dawson@dell.com::af5fcba0-fba6-4a8d-8b8c-c882628aa348" providerId="AD"/>
  <p188:author id="{F00F52F7-4E7B-29BA-A725-5D62A1133A93}" name="Lorincova, Katarina" initials="" userId="S::Katarina_Lorincova@Dell.com::a658c2af-9125-48b0-ac2b-a8cc15ee2a0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6278F"/>
    <a:srgbClr val="D2D2D2"/>
    <a:srgbClr val="B6B6B6"/>
    <a:srgbClr val="E5E3E9"/>
    <a:srgbClr val="4058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78" autoAdjust="0"/>
  </p:normalViewPr>
  <p:slideViewPr>
    <p:cSldViewPr snapToGrid="0">
      <p:cViewPr varScale="1">
        <p:scale>
          <a:sx n="100" d="100"/>
          <a:sy n="100" d="100"/>
        </p:scale>
        <p:origin x="990"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DFCB21-1E6F-50A3-E0FB-4E5876AC9F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4C7EDF-3DD7-8C3C-CB07-889044169C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31D599-9EB2-46E2-AC39-602382AE3480}" type="datetimeFigureOut">
              <a:rPr lang="en-US" smtClean="0"/>
              <a:t>8/24/2026</a:t>
            </a:fld>
            <a:endParaRPr lang="en-US"/>
          </a:p>
        </p:txBody>
      </p:sp>
      <p:sp>
        <p:nvSpPr>
          <p:cNvPr id="4" name="Footer Placeholder 3">
            <a:extLst>
              <a:ext uri="{FF2B5EF4-FFF2-40B4-BE49-F238E27FC236}">
                <a16:creationId xmlns:a16="http://schemas.microsoft.com/office/drawing/2014/main" id="{4B64EC8E-89EA-93B5-9F90-507CD528B9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334D8C-926E-0A26-98B4-CA787A0776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DEEA91-EA4F-4E9B-8E41-4498703D9B1F}" type="slidenum">
              <a:rPr lang="en-US" smtClean="0"/>
              <a:t>‹#›</a:t>
            </a:fld>
            <a:endParaRPr lang="en-US"/>
          </a:p>
        </p:txBody>
      </p:sp>
    </p:spTree>
    <p:extLst>
      <p:ext uri="{BB962C8B-B14F-4D97-AF65-F5344CB8AC3E}">
        <p14:creationId xmlns:p14="http://schemas.microsoft.com/office/powerpoint/2010/main" val="1072575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2E8E08-BC0D-4F7B-8FE8-F3B7386FBAA7}"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27301-2725-4FFF-B33E-C13F64EB0FC1}" type="slidenum">
              <a:rPr lang="en-US" smtClean="0"/>
              <a:t>‹#›</a:t>
            </a:fld>
            <a:endParaRPr lang="en-US"/>
          </a:p>
        </p:txBody>
      </p:sp>
    </p:spTree>
    <p:extLst>
      <p:ext uri="{BB962C8B-B14F-4D97-AF65-F5344CB8AC3E}">
        <p14:creationId xmlns:p14="http://schemas.microsoft.com/office/powerpoint/2010/main" val="1782079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310D9-BDED-3C7B-5B0A-B7862BCC3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BAD98-13B9-EC65-B62B-70A0BC28C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1B9F0-3105-61EC-AFAC-D5DB840FCD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Good morning everyone, and thank you for joining me today to discuss my first month of learning at Dell. My name is Joned Harun David, and I'm excited to share my key learnings and insights with you. Over the past month, I've had the opportunity to dive into various concepts, processes, and tools, and I'm eager to share my experiences with you.</a:t>
            </a:r>
          </a:p>
          <a:p>
            <a:endParaRPr lang="en-IN" dirty="0"/>
          </a:p>
        </p:txBody>
      </p:sp>
      <p:sp>
        <p:nvSpPr>
          <p:cNvPr id="4" name="Slide Number Placeholder 3">
            <a:extLst>
              <a:ext uri="{FF2B5EF4-FFF2-40B4-BE49-F238E27FC236}">
                <a16:creationId xmlns:a16="http://schemas.microsoft.com/office/drawing/2014/main" id="{88B57E4F-E18B-BFD2-4B90-9D550165026B}"/>
              </a:ext>
            </a:extLst>
          </p:cNvPr>
          <p:cNvSpPr>
            <a:spLocks noGrp="1"/>
          </p:cNvSpPr>
          <p:nvPr>
            <p:ph type="sldNum" sz="quarter" idx="5"/>
          </p:nvPr>
        </p:nvSpPr>
        <p:spPr/>
        <p:txBody>
          <a:bodyPr/>
          <a:lstStyle/>
          <a:p>
            <a:fld id="{69227301-2725-4FFF-B33E-C13F64EB0FC1}" type="slidenum">
              <a:rPr lang="en-US" smtClean="0"/>
              <a:t>1</a:t>
            </a:fld>
            <a:endParaRPr lang="en-US"/>
          </a:p>
        </p:txBody>
      </p:sp>
    </p:spTree>
    <p:extLst>
      <p:ext uri="{BB962C8B-B14F-4D97-AF65-F5344CB8AC3E}">
        <p14:creationId xmlns:p14="http://schemas.microsoft.com/office/powerpoint/2010/main" val="2951162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EC59-F6CA-AAE1-A05C-03B597E22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BA28D-8D08-B251-5A28-FF78D6EB9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E74BE-0302-D6CE-B40B-0100995235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Thank you so much for your time and patience through the first review.</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 have taken all your individual feedbacks and I’ve prepared for this session based on that.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Vasanth is creating agents to generate content and it’s in pipeline. </a:t>
            </a:r>
            <a:r>
              <a:rPr lang="en-IN"/>
              <a:t>My vision is to contribute and see how I can streamline and optimize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7385F5B-B82C-D1A7-7EA5-73F1A62A95F7}"/>
              </a:ext>
            </a:extLst>
          </p:cNvPr>
          <p:cNvSpPr>
            <a:spLocks noGrp="1"/>
          </p:cNvSpPr>
          <p:nvPr>
            <p:ph type="sldNum" sz="quarter" idx="5"/>
          </p:nvPr>
        </p:nvSpPr>
        <p:spPr/>
        <p:txBody>
          <a:bodyPr/>
          <a:lstStyle/>
          <a:p>
            <a:fld id="{69227301-2725-4FFF-B33E-C13F64EB0FC1}" type="slidenum">
              <a:rPr lang="en-US" smtClean="0"/>
              <a:t>2</a:t>
            </a:fld>
            <a:endParaRPr lang="en-US"/>
          </a:p>
        </p:txBody>
      </p:sp>
    </p:spTree>
    <p:extLst>
      <p:ext uri="{BB962C8B-B14F-4D97-AF65-F5344CB8AC3E}">
        <p14:creationId xmlns:p14="http://schemas.microsoft.com/office/powerpoint/2010/main" val="3843124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9952D-FD85-D5AB-8D52-8C446341B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E7CD5-2C88-7034-0476-7BE753D79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D3EC5-7E4A-D700-0168-2B4DFE7C05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2E0C54-B079-7D37-9874-CE8464F416BB}"/>
              </a:ext>
            </a:extLst>
          </p:cNvPr>
          <p:cNvSpPr>
            <a:spLocks noGrp="1"/>
          </p:cNvSpPr>
          <p:nvPr>
            <p:ph type="sldNum" sz="quarter" idx="5"/>
          </p:nvPr>
        </p:nvSpPr>
        <p:spPr/>
        <p:txBody>
          <a:bodyPr/>
          <a:lstStyle/>
          <a:p>
            <a:fld id="{69227301-2725-4FFF-B33E-C13F64EB0FC1}" type="slidenum">
              <a:rPr lang="en-US" smtClean="0"/>
              <a:t>3</a:t>
            </a:fld>
            <a:endParaRPr lang="en-US"/>
          </a:p>
        </p:txBody>
      </p:sp>
    </p:spTree>
    <p:extLst>
      <p:ext uri="{BB962C8B-B14F-4D97-AF65-F5344CB8AC3E}">
        <p14:creationId xmlns:p14="http://schemas.microsoft.com/office/powerpoint/2010/main" val="1093133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D5E8-85A5-69B2-9488-127686DCF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74C86-C9FA-8858-9E26-22A445DC9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674C9-172A-7301-D36B-68717FF945E7}"/>
              </a:ext>
            </a:extLst>
          </p:cNvPr>
          <p:cNvSpPr>
            <a:spLocks noGrp="1"/>
          </p:cNvSpPr>
          <p:nvPr>
            <p:ph type="body" idx="1"/>
          </p:nvPr>
        </p:nvSpPr>
        <p:spPr/>
        <p:txBody>
          <a:bodyPr/>
          <a:lstStyle/>
          <a:p>
            <a:r>
              <a:rPr lang="en-US" dirty="0"/>
              <a:t>Think of it like writing a complete blueprint for a house before laying a single brick. The spec becomes the </a:t>
            </a:r>
            <a:r>
              <a:rPr lang="en-US" b="1" dirty="0"/>
              <a:t>single source of truth</a:t>
            </a:r>
            <a:r>
              <a:rPr lang="en-US" dirty="0"/>
              <a:t> from which the code, tests, and documentation are all derived.</a:t>
            </a:r>
          </a:p>
          <a:p>
            <a:endParaRPr lang="en-US" dirty="0"/>
          </a:p>
          <a:p>
            <a:r>
              <a:rPr lang="en-US" b="1" dirty="0"/>
              <a:t>1. 📄 Documentation First</a:t>
            </a:r>
          </a:p>
          <a:p>
            <a:r>
              <a:rPr lang="en-US" dirty="0"/>
              <a:t>You write the "manual" — the requirements, rules, and design — </a:t>
            </a:r>
            <a:r>
              <a:rPr lang="en-US" b="1" dirty="0"/>
              <a:t>before</a:t>
            </a:r>
            <a:r>
              <a:rPr lang="en-US" dirty="0"/>
              <a:t> building the product. The planning and design phases are thoroughly fleshed out in text before any implementation begins.</a:t>
            </a:r>
          </a:p>
          <a:p>
            <a:r>
              <a:rPr lang="en-US" b="1" dirty="0"/>
              <a:t>2. 📐 Specs as the Source of Truth</a:t>
            </a:r>
          </a:p>
          <a:p>
            <a:r>
              <a:rPr lang="en-US" dirty="0"/>
              <a:t>Code is treated as a </a:t>
            </a:r>
            <a:r>
              <a:rPr lang="en-US" b="1" dirty="0"/>
              <a:t>byproduct</a:t>
            </a:r>
            <a:r>
              <a:rPr lang="en-US" dirty="0"/>
              <a:t> of the spec, not the other way around. If requirements change, the spec is updated first, and the new code is then generated or validated against it.</a:t>
            </a:r>
          </a:p>
          <a:p>
            <a:r>
              <a:rPr lang="en-US" b="1" dirty="0"/>
              <a:t>3. 🤖 Machine </a:t>
            </a:r>
            <a:r>
              <a:rPr lang="en-US" b="1" i="1" dirty="0"/>
              <a:t>and</a:t>
            </a:r>
            <a:r>
              <a:rPr lang="en-US" b="1" dirty="0"/>
              <a:t> Human Readable</a:t>
            </a:r>
          </a:p>
          <a:p>
            <a:r>
              <a:rPr lang="en-US" dirty="0"/>
              <a:t>Specs are often written in </a:t>
            </a:r>
            <a:r>
              <a:rPr lang="en-US" b="1" dirty="0"/>
              <a:t>Markdown</a:t>
            </a:r>
            <a:r>
              <a:rPr lang="en-US" dirty="0"/>
              <a:t> or standard schemas (like </a:t>
            </a:r>
            <a:r>
              <a:rPr lang="en-US" dirty="0" err="1"/>
              <a:t>OpenAPI</a:t>
            </a:r>
            <a:r>
              <a:rPr lang="en-US" dirty="0"/>
              <a:t>/Swagger). They must be perfectly understandable to:</a:t>
            </a:r>
          </a:p>
          <a:p>
            <a:r>
              <a:rPr lang="en-US" dirty="0"/>
              <a:t>Business stakeholders</a:t>
            </a:r>
          </a:p>
          <a:p>
            <a:r>
              <a:rPr lang="en-US" dirty="0"/>
              <a:t>Developers</a:t>
            </a:r>
          </a:p>
          <a:p>
            <a:r>
              <a:rPr lang="en-US" dirty="0"/>
              <a:t>AI agents</a:t>
            </a:r>
          </a:p>
          <a:p>
            <a:r>
              <a:rPr lang="en-US" b="1" dirty="0"/>
              <a:t>4. 📜 The "Constitution"</a:t>
            </a:r>
          </a:p>
          <a:p>
            <a:r>
              <a:rPr lang="en-US" dirty="0"/>
              <a:t>Modern SDD workflows often include a project </a:t>
            </a:r>
            <a:r>
              <a:rPr lang="en-US" b="1" dirty="0"/>
              <a:t>"constitution"</a:t>
            </a:r>
            <a:r>
              <a:rPr lang="en-US" dirty="0"/>
              <a:t> — a master document containing non-negotiable rules such as:</a:t>
            </a:r>
          </a:p>
          <a:p>
            <a:r>
              <a:rPr lang="en-US" dirty="0"/>
              <a:t>Coding standards</a:t>
            </a:r>
          </a:p>
          <a:p>
            <a:r>
              <a:rPr lang="en-US" dirty="0"/>
              <a:t>Architectural guidelines</a:t>
            </a:r>
          </a:p>
          <a:p>
            <a:r>
              <a:rPr lang="en-US" dirty="0"/>
              <a:t>UI/UX rules</a:t>
            </a:r>
          </a:p>
          <a:p>
            <a:r>
              <a:rPr lang="en-US" dirty="0"/>
              <a:t>AI agents must adhere to this constitution when turning the spec into code.</a:t>
            </a:r>
          </a:p>
          <a:p>
            <a:endParaRPr lang="en-IN" dirty="0"/>
          </a:p>
        </p:txBody>
      </p:sp>
      <p:sp>
        <p:nvSpPr>
          <p:cNvPr id="4" name="Slide Number Placeholder 3">
            <a:extLst>
              <a:ext uri="{FF2B5EF4-FFF2-40B4-BE49-F238E27FC236}">
                <a16:creationId xmlns:a16="http://schemas.microsoft.com/office/drawing/2014/main" id="{53070031-CE09-BD5F-2525-3E6EC141DCBC}"/>
              </a:ext>
            </a:extLst>
          </p:cNvPr>
          <p:cNvSpPr>
            <a:spLocks noGrp="1"/>
          </p:cNvSpPr>
          <p:nvPr>
            <p:ph type="sldNum" sz="quarter" idx="5"/>
          </p:nvPr>
        </p:nvSpPr>
        <p:spPr/>
        <p:txBody>
          <a:bodyPr/>
          <a:lstStyle/>
          <a:p>
            <a:fld id="{69227301-2725-4FFF-B33E-C13F64EB0FC1}" type="slidenum">
              <a:rPr lang="en-US" smtClean="0"/>
              <a:t>4</a:t>
            </a:fld>
            <a:endParaRPr lang="en-US"/>
          </a:p>
        </p:txBody>
      </p:sp>
    </p:spTree>
    <p:extLst>
      <p:ext uri="{BB962C8B-B14F-4D97-AF65-F5344CB8AC3E}">
        <p14:creationId xmlns:p14="http://schemas.microsoft.com/office/powerpoint/2010/main" val="2836905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E0D5-4379-47E5-704D-2054FA2E5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8DD26-D334-4CC6-094B-75397F9AE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BAA53-CBC7-69E2-0EE9-E57EF8B08A1B}"/>
              </a:ext>
            </a:extLst>
          </p:cNvPr>
          <p:cNvSpPr>
            <a:spLocks noGrp="1"/>
          </p:cNvSpPr>
          <p:nvPr>
            <p:ph type="body" idx="1"/>
          </p:nvPr>
        </p:nvSpPr>
        <p:spPr/>
        <p:txBody>
          <a:bodyPr/>
          <a:lstStyle/>
          <a:p>
            <a:r>
              <a:rPr lang="en-US" dirty="0"/>
              <a:t>Because modern software development is increasingly driven by </a:t>
            </a:r>
            <a:r>
              <a:rPr lang="en-US" b="1" dirty="0"/>
              <a:t>natural language prompts</a:t>
            </a:r>
            <a:r>
              <a:rPr lang="en-US" dirty="0"/>
              <a:t>, the role of Content Engineers, Information Developers, and Technical Writers is undergoing a major transformation. In SDD, </a:t>
            </a:r>
            <a:r>
              <a:rPr lang="en-US" b="1" dirty="0"/>
              <a:t>writing is essentially coding</a:t>
            </a:r>
            <a:r>
              <a:rPr lang="en-US" dirty="0"/>
              <a:t>, making technical communication skills more critical than ever.</a:t>
            </a:r>
          </a:p>
          <a:p>
            <a:endParaRPr lang="en-US" dirty="0"/>
          </a:p>
          <a:p>
            <a:r>
              <a:rPr lang="en-US" b="1" dirty="0"/>
              <a:t>✅ "Shifting Left" — Moving to the Front of the Line</a:t>
            </a:r>
          </a:p>
          <a:p>
            <a:r>
              <a:rPr lang="en-US" dirty="0"/>
              <a:t>Traditionally, technical writers document a product at the </a:t>
            </a:r>
            <a:r>
              <a:rPr lang="en-US" i="1" dirty="0"/>
              <a:t>end</a:t>
            </a:r>
            <a:r>
              <a:rPr lang="en-US" dirty="0"/>
              <a:t> of the development lifecycle. In SDD, Information Developers are brought in </a:t>
            </a:r>
            <a:r>
              <a:rPr lang="en-US" b="1" dirty="0"/>
              <a:t>at the very beginning</a:t>
            </a:r>
            <a:r>
              <a:rPr lang="en-US" dirty="0"/>
              <a:t> to help architect, write, and structure the specifications that actually generate the product.</a:t>
            </a:r>
          </a:p>
          <a:p>
            <a:r>
              <a:rPr lang="en-US" b="1" dirty="0"/>
              <a:t>✅ Writing for Dual Audiences (AI and Humans)</a:t>
            </a:r>
          </a:p>
          <a:p>
            <a:r>
              <a:rPr lang="en-US" dirty="0"/>
              <a:t>Content Engineers are experts in structure, clarity, and consistency. In SDD, they must craft specifications that are:</a:t>
            </a:r>
          </a:p>
          <a:p>
            <a:r>
              <a:rPr lang="en-US" b="1" dirty="0"/>
              <a:t>Unambiguous enough</a:t>
            </a:r>
            <a:r>
              <a:rPr lang="en-US" dirty="0"/>
              <a:t> that an AI coding agent won't hallucinate or make bad assumptions.</a:t>
            </a:r>
          </a:p>
          <a:p>
            <a:r>
              <a:rPr lang="en-US" b="1" dirty="0"/>
              <a:t>Readable enough</a:t>
            </a:r>
            <a:r>
              <a:rPr lang="en-US" dirty="0"/>
              <a:t> for human product managers and developers to review and approve.</a:t>
            </a:r>
          </a:p>
          <a:p>
            <a:r>
              <a:rPr lang="en-US" b="1" dirty="0"/>
              <a:t>✅ Managing "Living" Documentation</a:t>
            </a:r>
          </a:p>
          <a:p>
            <a:r>
              <a:rPr lang="en-US" dirty="0"/>
              <a:t>In the past, requirement documents often hosted on Tridion docs after a project launched. In SDD, specs are the </a:t>
            </a:r>
            <a:r>
              <a:rPr lang="en-US" b="1" dirty="0"/>
              <a:t>living DNA</a:t>
            </a:r>
            <a:r>
              <a:rPr lang="en-US" dirty="0"/>
              <a:t> of the application. Information Developers maintain and version-control these documents continuously, because </a:t>
            </a:r>
            <a:r>
              <a:rPr lang="en-US" b="1" dirty="0"/>
              <a:t>updating the spec is how you update the software</a:t>
            </a:r>
            <a:r>
              <a:rPr lang="en-US" dirty="0"/>
              <a:t>.</a:t>
            </a:r>
          </a:p>
          <a:p>
            <a:r>
              <a:rPr lang="en-US" b="1" dirty="0"/>
              <a:t>✅ Prompt Engineering as Technical Writing</a:t>
            </a:r>
          </a:p>
          <a:p>
            <a:r>
              <a:rPr lang="en-US" dirty="0"/>
              <a:t>Technical writers in SDD workflows often act as </a:t>
            </a:r>
            <a:r>
              <a:rPr lang="en-US" b="1" dirty="0"/>
              <a:t>high-level prompt engineers</a:t>
            </a:r>
            <a:r>
              <a:rPr lang="en-US" dirty="0"/>
              <a:t>. They help:</a:t>
            </a:r>
          </a:p>
          <a:p>
            <a:r>
              <a:rPr lang="en-US" dirty="0"/>
              <a:t>Build the system's "constitution."</a:t>
            </a:r>
          </a:p>
          <a:p>
            <a:r>
              <a:rPr lang="en-US" dirty="0"/>
              <a:t>Break complex requirements into clear, atomic </a:t>
            </a:r>
            <a:r>
              <a:rPr lang="en-US" b="1" dirty="0"/>
              <a:t>"work packages"</a:t>
            </a:r>
            <a:r>
              <a:rPr lang="en-US" dirty="0"/>
              <a:t> that an AI agent can execute without losing context.</a:t>
            </a:r>
          </a:p>
          <a:p>
            <a:endParaRPr lang="en-US" dirty="0"/>
          </a:p>
          <a:p>
            <a:r>
              <a:rPr lang="en-US" b="1" dirty="0"/>
              <a:t>In short:</a:t>
            </a:r>
            <a:r>
              <a:rPr lang="en-US" dirty="0"/>
              <a:t> Spec-Driven Development transforms the Information Developer from an after-the-fact historian into a </a:t>
            </a:r>
            <a:r>
              <a:rPr lang="en-US" b="1" dirty="0"/>
              <a:t>core architect</a:t>
            </a:r>
            <a:r>
              <a:rPr lang="en-US" dirty="0"/>
              <a:t> of the software's logic and behavior. It puts structured, clear writing at the very heart of how modern software is built.</a:t>
            </a:r>
          </a:p>
          <a:p>
            <a:endParaRPr lang="en-IN" dirty="0"/>
          </a:p>
        </p:txBody>
      </p:sp>
      <p:sp>
        <p:nvSpPr>
          <p:cNvPr id="4" name="Slide Number Placeholder 3">
            <a:extLst>
              <a:ext uri="{FF2B5EF4-FFF2-40B4-BE49-F238E27FC236}">
                <a16:creationId xmlns:a16="http://schemas.microsoft.com/office/drawing/2014/main" id="{E7E6252D-394D-9389-4AF8-D09E3C843674}"/>
              </a:ext>
            </a:extLst>
          </p:cNvPr>
          <p:cNvSpPr>
            <a:spLocks noGrp="1"/>
          </p:cNvSpPr>
          <p:nvPr>
            <p:ph type="sldNum" sz="quarter" idx="5"/>
          </p:nvPr>
        </p:nvSpPr>
        <p:spPr/>
        <p:txBody>
          <a:bodyPr/>
          <a:lstStyle/>
          <a:p>
            <a:fld id="{69227301-2725-4FFF-B33E-C13F64EB0FC1}" type="slidenum">
              <a:rPr lang="en-US" smtClean="0"/>
              <a:t>5</a:t>
            </a:fld>
            <a:endParaRPr lang="en-US"/>
          </a:p>
        </p:txBody>
      </p:sp>
    </p:spTree>
    <p:extLst>
      <p:ext uri="{BB962C8B-B14F-4D97-AF65-F5344CB8AC3E}">
        <p14:creationId xmlns:p14="http://schemas.microsoft.com/office/powerpoint/2010/main" val="19891987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Cosmos">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06B2BB-67CF-A7D4-1881-3E1F02AD6392}"/>
              </a:ext>
              <a:ext uri="{C183D7F6-B498-43B3-948B-1728B52AA6E4}">
                <adec:decorative xmlns:adec="http://schemas.microsoft.com/office/drawing/2017/decorative" val="1"/>
              </a:ext>
            </a:extLst>
          </p:cNvPr>
          <p:cNvSpPr>
            <a:spLocks/>
          </p:cNvSpPr>
          <p:nvPr userDrawn="1"/>
        </p:nvSpPr>
        <p:spPr>
          <a:xfrm>
            <a:off x="401170" y="3099155"/>
            <a:ext cx="548640" cy="134471"/>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pic>
        <p:nvPicPr>
          <p:cNvPr id="3" name="Graphic 2">
            <a:extLst>
              <a:ext uri="{FF2B5EF4-FFF2-40B4-BE49-F238E27FC236}">
                <a16:creationId xmlns:a16="http://schemas.microsoft.com/office/drawing/2014/main" id="{01B2209E-1FAF-A750-E461-F5A96B13857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8A49A41B-9CF1-4CD6-B1E3-F736C63833B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11" name="Subtitle 2">
            <a:extLst>
              <a:ext uri="{FF2B5EF4-FFF2-40B4-BE49-F238E27FC236}">
                <a16:creationId xmlns:a16="http://schemas.microsoft.com/office/drawing/2014/main" id="{A67014B0-AEAB-4CC8-BCED-661FF1CA2731}"/>
              </a:ext>
            </a:extLst>
          </p:cNvPr>
          <p:cNvSpPr>
            <a:spLocks noGrp="1"/>
          </p:cNvSpPr>
          <p:nvPr userDrawn="1">
            <p:ph type="subTitle" idx="1"/>
          </p:nvPr>
        </p:nvSpPr>
        <p:spPr>
          <a:xfrm>
            <a:off x="401170" y="3635531"/>
            <a:ext cx="7950937" cy="723900"/>
          </a:xfrm>
          <a:prstGeom prst="rect">
            <a:avLst/>
          </a:prstGeom>
        </p:spPr>
        <p:txBody>
          <a:bodyPr lIns="0" tIns="0" rIns="0" bIns="0"/>
          <a:lstStyle>
            <a:lvl1pPr marL="0" indent="0" algn="l">
              <a:lnSpc>
                <a:spcPct val="100000"/>
              </a:lnSpc>
              <a:spcBef>
                <a:spcPts val="0"/>
              </a:spcBef>
              <a:buNone/>
              <a:defRPr sz="180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8" name="Title 1">
            <a:extLst>
              <a:ext uri="{FF2B5EF4-FFF2-40B4-BE49-F238E27FC236}">
                <a16:creationId xmlns:a16="http://schemas.microsoft.com/office/drawing/2014/main" id="{47F5323D-6831-4D66-AAB2-4C1920E06475}"/>
              </a:ext>
            </a:extLst>
          </p:cNvPr>
          <p:cNvSpPr>
            <a:spLocks noGrp="1"/>
          </p:cNvSpPr>
          <p:nvPr userDrawn="1">
            <p:ph type="title"/>
          </p:nvPr>
        </p:nvSpPr>
        <p:spPr>
          <a:xfrm>
            <a:off x="352338" y="1282334"/>
            <a:ext cx="7997943" cy="1495794"/>
          </a:xfrm>
          <a:prstGeom prst="rect">
            <a:avLst/>
          </a:prstGeom>
        </p:spPr>
        <p:txBody>
          <a:bodyPr wrap="square" lIns="0" tIns="0" rIns="0" bIns="0" anchor="b" anchorCtr="0">
            <a:spAutoFit/>
          </a:bodyPr>
          <a:lstStyle>
            <a:lvl1pPr>
              <a:defRPr lang="en-US" sz="5400" dirty="0">
                <a:solidFill>
                  <a:schemeClr val="tx2"/>
                </a:solidFill>
                <a:latin typeface="Arial Nova Light" panose="020B0304020202020204" pitchFamily="34" charset="0"/>
              </a:defRPr>
            </a:lvl1pPr>
          </a:lstStyle>
          <a:p>
            <a:pPr marL="0" lvl="0"/>
            <a:r>
              <a:rPr lang="en-US"/>
              <a:t>Click to edit Master title style</a:t>
            </a:r>
          </a:p>
        </p:txBody>
      </p:sp>
    </p:spTree>
    <p:extLst>
      <p:ext uri="{BB962C8B-B14F-4D97-AF65-F5344CB8AC3E}">
        <p14:creationId xmlns:p14="http://schemas.microsoft.com/office/powerpoint/2010/main" val="350744112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ottom bar w/photo Midnight/Dell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6" name="Rectangle 5">
            <a:extLst>
              <a:ext uri="{FF2B5EF4-FFF2-40B4-BE49-F238E27FC236}">
                <a16:creationId xmlns:a16="http://schemas.microsoft.com/office/drawing/2014/main" id="{BEADD02D-4E86-18B9-EC0D-5EFAF43C6BBB}"/>
              </a:ext>
            </a:extLst>
          </p:cNvPr>
          <p:cNvSpPr/>
          <p:nvPr userDrawn="1"/>
        </p:nvSpPr>
        <p:spPr>
          <a:xfrm>
            <a:off x="0" y="0"/>
            <a:ext cx="12192000" cy="3429000"/>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5" name="Picture Placeholder 6">
            <a:extLst>
              <a:ext uri="{FF2B5EF4-FFF2-40B4-BE49-F238E27FC236}">
                <a16:creationId xmlns:a16="http://schemas.microsoft.com/office/drawing/2014/main" id="{96F27EC7-A1F5-878A-4E9C-42D9EE7F3BF5}"/>
              </a:ext>
            </a:extLst>
          </p:cNvPr>
          <p:cNvSpPr>
            <a:spLocks noGrp="1"/>
          </p:cNvSpPr>
          <p:nvPr>
            <p:ph type="pic" sz="quarter" idx="11" hasCustomPrompt="1"/>
          </p:nvPr>
        </p:nvSpPr>
        <p:spPr>
          <a:xfrm>
            <a:off x="0" y="0"/>
            <a:ext cx="12192000" cy="3429000"/>
          </a:xfrm>
          <a:prstGeom prst="rect">
            <a:avLst/>
          </a:prstGeom>
          <a:noFill/>
          <a:ln>
            <a:noFill/>
          </a:ln>
        </p:spPr>
        <p:txBody>
          <a:bodyPr lIns="0" tIns="0" rIns="0" bIns="0" anchor="ctr" anchorCtr="1"/>
          <a:lstStyle>
            <a:lvl1pPr marL="0" indent="0" algn="ctr">
              <a:buNone/>
              <a:defRPr>
                <a:solidFill>
                  <a:schemeClr val="bg2"/>
                </a:solidFill>
              </a:defRPr>
            </a:lvl1pPr>
          </a:lstStyle>
          <a:p>
            <a:br>
              <a:rPr lang="en-US"/>
            </a:br>
            <a:br>
              <a:rPr lang="en-US"/>
            </a:br>
            <a:r>
              <a:rPr lang="en-US"/>
              <a:t>Click icon to add picture.</a:t>
            </a:r>
          </a:p>
        </p:txBody>
      </p:sp>
      <p:sp>
        <p:nvSpPr>
          <p:cNvPr id="7" name="Rectangle 6">
            <a:extLst>
              <a:ext uri="{FF2B5EF4-FFF2-40B4-BE49-F238E27FC236}">
                <a16:creationId xmlns:a16="http://schemas.microsoft.com/office/drawing/2014/main" id="{08033FDC-55EF-42E8-40A1-2BDB05C1834C}"/>
              </a:ext>
              <a:ext uri="{C183D7F6-B498-43B3-948B-1728B52AA6E4}">
                <adec:decorative xmlns:adec="http://schemas.microsoft.com/office/drawing/2017/decorative" val="1"/>
              </a:ext>
            </a:extLst>
          </p:cNvPr>
          <p:cNvSpPr>
            <a:spLocks noChangeAspect="1"/>
          </p:cNvSpPr>
          <p:nvPr userDrawn="1"/>
        </p:nvSpPr>
        <p:spPr>
          <a:xfrm>
            <a:off x="381000" y="3829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
        <p:nvSpPr>
          <p:cNvPr id="2" name="Title 1"/>
          <p:cNvSpPr>
            <a:spLocks noGrp="1"/>
          </p:cNvSpPr>
          <p:nvPr>
            <p:ph type="title"/>
          </p:nvPr>
        </p:nvSpPr>
        <p:spPr>
          <a:xfrm>
            <a:off x="381569" y="4229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sp>
        <p:nvSpPr>
          <p:cNvPr id="12" name="Content Placeholder 9">
            <a:extLst>
              <a:ext uri="{FF2B5EF4-FFF2-40B4-BE49-F238E27FC236}">
                <a16:creationId xmlns:a16="http://schemas.microsoft.com/office/drawing/2014/main" id="{7BBD618F-8A85-084C-32A4-1A29A50E8E93}"/>
              </a:ext>
            </a:extLst>
          </p:cNvPr>
          <p:cNvSpPr>
            <a:spLocks noGrp="1"/>
          </p:cNvSpPr>
          <p:nvPr>
            <p:ph sz="quarter" idx="14"/>
          </p:nvPr>
        </p:nvSpPr>
        <p:spPr>
          <a:xfrm>
            <a:off x="6096000" y="3829050"/>
            <a:ext cx="5715000" cy="2343150"/>
          </a:xfrm>
          <a:prstGeom prst="rect">
            <a:avLst/>
          </a:prstGeom>
        </p:spPr>
        <p:txBody>
          <a:bodyPr lIns="0" tIns="0" rIns="0" bIns="0"/>
          <a:lstStyle>
            <a:lvl1pPr marL="0" indent="0">
              <a:lnSpc>
                <a:spcPct val="100000"/>
              </a:lnSpc>
              <a:spcBef>
                <a:spcPts val="1800"/>
              </a:spcBef>
              <a:buClr>
                <a:srgbClr val="808080"/>
              </a:buClr>
              <a:buNone/>
              <a:defRPr sz="1800" b="0">
                <a:solidFill>
                  <a:schemeClr val="tx1"/>
                </a:solidFill>
              </a:defRPr>
            </a:lvl1pPr>
            <a:lvl2pPr marL="342900" indent="-342900">
              <a:lnSpc>
                <a:spcPct val="100000"/>
              </a:lnSpc>
              <a:spcBef>
                <a:spcPts val="1200"/>
              </a:spcBef>
              <a:buClr>
                <a:schemeClr val="tx1"/>
              </a:buClr>
              <a:buFont typeface="+mj-lt"/>
              <a:buAutoNum type="arabicPeriod"/>
              <a:defRPr sz="1600" b="0">
                <a:solidFill>
                  <a:schemeClr val="tx1"/>
                </a:solidFill>
              </a:defRPr>
            </a:lvl2pPr>
            <a:lvl3pPr marL="685783" indent="-228594">
              <a:lnSpc>
                <a:spcPct val="100000"/>
              </a:lnSpc>
              <a:spcBef>
                <a:spcPts val="600"/>
              </a:spcBef>
              <a:buClr>
                <a:schemeClr val="tx1"/>
              </a:buClr>
              <a:buFont typeface="Arial" panose="020B0604020202020204" pitchFamily="34" charset="0"/>
              <a:buChar char="•"/>
              <a:defRPr sz="1200" b="0">
                <a:solidFill>
                  <a:schemeClr val="tx1"/>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3" name="Subtitle 2">
            <a:extLst>
              <a:ext uri="{FF2B5EF4-FFF2-40B4-BE49-F238E27FC236}">
                <a16:creationId xmlns:a16="http://schemas.microsoft.com/office/drawing/2014/main" id="{FDA5B365-007E-1E32-CA95-9AA4910AA44A}"/>
              </a:ext>
            </a:extLst>
          </p:cNvPr>
          <p:cNvSpPr>
            <a:spLocks noGrp="1"/>
          </p:cNvSpPr>
          <p:nvPr>
            <p:ph type="subTitle" idx="10"/>
          </p:nvPr>
        </p:nvSpPr>
        <p:spPr>
          <a:xfrm>
            <a:off x="381000" y="5600700"/>
            <a:ext cx="4800600" cy="571500"/>
          </a:xfrm>
          <a:prstGeom prst="rect">
            <a:avLst/>
          </a:prstGeom>
        </p:spPr>
        <p:txBody>
          <a:bodyPr wrap="square" lIns="0" tIns="0" rIns="0" bIns="0" anchor="t" anchorCtr="0">
            <a:noAutofit/>
          </a:bodyPr>
          <a:lstStyle>
            <a:lvl1pPr marL="0" indent="0" algn="l">
              <a:lnSpc>
                <a:spcPct val="100000"/>
              </a:lnSpc>
              <a:spcBef>
                <a:spcPts val="1200"/>
              </a:spcBef>
              <a:buNone/>
              <a:defRPr sz="180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401771557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tement Raven/Titanium">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487A85-65B5-4371-833A-AD6EFF69F55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4" name="Title 1">
            <a:extLst>
              <a:ext uri="{FF2B5EF4-FFF2-40B4-BE49-F238E27FC236}">
                <a16:creationId xmlns:a16="http://schemas.microsoft.com/office/drawing/2014/main" id="{1152B94E-D4DB-9F56-6CD9-6B9B7175C675}"/>
              </a:ext>
            </a:extLst>
          </p:cNvPr>
          <p:cNvSpPr>
            <a:spLocks noGrp="1"/>
          </p:cNvSpPr>
          <p:nvPr>
            <p:ph type="title"/>
          </p:nvPr>
        </p:nvSpPr>
        <p:spPr>
          <a:xfrm>
            <a:off x="379879" y="3647347"/>
            <a:ext cx="9201150" cy="2676747"/>
          </a:xfrm>
          <a:prstGeom prst="rect">
            <a:avLst/>
          </a:prstGeom>
        </p:spPr>
        <p:txBody>
          <a:bodyPr wrap="square" lIns="0" tIns="0" rIns="0" bIns="0" anchor="t" anchorCtr="0">
            <a:noAutofit/>
          </a:bodyPr>
          <a:lstStyle>
            <a:lvl1pPr>
              <a:lnSpc>
                <a:spcPct val="90000"/>
              </a:lnSpc>
              <a:defRPr sz="5400">
                <a:solidFill>
                  <a:schemeClr val="tx2"/>
                </a:solidFill>
              </a:defRPr>
            </a:lvl1pPr>
          </a:lstStyle>
          <a:p>
            <a:r>
              <a:rPr lang="en-US"/>
              <a:t>Click to edit Master title style</a:t>
            </a:r>
          </a:p>
        </p:txBody>
      </p:sp>
      <p:sp>
        <p:nvSpPr>
          <p:cNvPr id="5" name="Rectangle 4">
            <a:extLst>
              <a:ext uri="{FF2B5EF4-FFF2-40B4-BE49-F238E27FC236}">
                <a16:creationId xmlns:a16="http://schemas.microsoft.com/office/drawing/2014/main" id="{ED4FE982-4EB3-2FF8-7C03-693B2DFB920B}"/>
              </a:ext>
              <a:ext uri="{C183D7F6-B498-43B3-948B-1728B52AA6E4}">
                <adec:decorative xmlns:adec="http://schemas.microsoft.com/office/drawing/2017/decorative" val="1"/>
              </a:ext>
            </a:extLst>
          </p:cNvPr>
          <p:cNvSpPr>
            <a:spLocks/>
          </p:cNvSpPr>
          <p:nvPr userDrawn="1"/>
        </p:nvSpPr>
        <p:spPr>
          <a:xfrm>
            <a:off x="401170" y="3103523"/>
            <a:ext cx="548640" cy="134471"/>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1882475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tement Teal/Forest">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487A85-65B5-4371-833A-AD6EFF69F55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4" name="Title 1">
            <a:extLst>
              <a:ext uri="{FF2B5EF4-FFF2-40B4-BE49-F238E27FC236}">
                <a16:creationId xmlns:a16="http://schemas.microsoft.com/office/drawing/2014/main" id="{421941BF-4F2F-B102-52C8-B1B7274DBB0E}"/>
              </a:ext>
            </a:extLst>
          </p:cNvPr>
          <p:cNvSpPr>
            <a:spLocks noGrp="1"/>
          </p:cNvSpPr>
          <p:nvPr>
            <p:ph type="title"/>
          </p:nvPr>
        </p:nvSpPr>
        <p:spPr>
          <a:xfrm>
            <a:off x="379879" y="3647347"/>
            <a:ext cx="9201150" cy="2676747"/>
          </a:xfrm>
          <a:prstGeom prst="rect">
            <a:avLst/>
          </a:prstGeom>
        </p:spPr>
        <p:txBody>
          <a:bodyPr wrap="square" lIns="0" tIns="0" rIns="0" bIns="0" anchor="t" anchorCtr="0">
            <a:noAutofit/>
          </a:bodyPr>
          <a:lstStyle>
            <a:lvl1pPr>
              <a:lnSpc>
                <a:spcPct val="90000"/>
              </a:lnSpc>
              <a:defRPr sz="5400">
                <a:solidFill>
                  <a:schemeClr val="tx2"/>
                </a:solidFill>
              </a:defRPr>
            </a:lvl1pPr>
          </a:lstStyle>
          <a:p>
            <a:r>
              <a:rPr lang="en-US"/>
              <a:t>Click to edit Master title style</a:t>
            </a:r>
          </a:p>
        </p:txBody>
      </p:sp>
      <p:sp>
        <p:nvSpPr>
          <p:cNvPr id="5" name="Rectangle 4">
            <a:extLst>
              <a:ext uri="{FF2B5EF4-FFF2-40B4-BE49-F238E27FC236}">
                <a16:creationId xmlns:a16="http://schemas.microsoft.com/office/drawing/2014/main" id="{C3C794C5-2FF1-8E1B-3086-B998BEA4A726}"/>
              </a:ext>
              <a:ext uri="{C183D7F6-B498-43B3-948B-1728B52AA6E4}">
                <adec:decorative xmlns:adec="http://schemas.microsoft.com/office/drawing/2017/decorative" val="1"/>
              </a:ext>
            </a:extLst>
          </p:cNvPr>
          <p:cNvSpPr>
            <a:spLocks/>
          </p:cNvSpPr>
          <p:nvPr userDrawn="1"/>
        </p:nvSpPr>
        <p:spPr>
          <a:xfrm>
            <a:off x="401170" y="3103523"/>
            <a:ext cx="548640" cy="134471"/>
          </a:xfrm>
          <a:prstGeom prst="rect">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867361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Dusk/Plum">
    <p:bg>
      <p:bgPr>
        <a:solidFill>
          <a:schemeClr val="accent6"/>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FB6DC9E-6879-DB58-7ED2-F90BA9672DE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E84832A-B523-8290-24BC-7E21F74DB989}"/>
              </a:ext>
            </a:extLst>
          </p:cNvPr>
          <p:cNvSpPr>
            <a:spLocks/>
          </p:cNvSpPr>
          <p:nvPr userDrawn="1"/>
        </p:nvSpPr>
        <p:spPr>
          <a:xfrm>
            <a:off x="10153650" y="6286500"/>
            <a:ext cx="1885950" cy="571499"/>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pic>
        <p:nvPicPr>
          <p:cNvPr id="4" name="Picture 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itle 1">
            <a:extLst>
              <a:ext uri="{FF2B5EF4-FFF2-40B4-BE49-F238E27FC236}">
                <a16:creationId xmlns:a16="http://schemas.microsoft.com/office/drawing/2014/main" id="{D7D3C83F-1685-4A4A-8993-74D3219027D6}"/>
              </a:ext>
            </a:extLst>
          </p:cNvPr>
          <p:cNvSpPr>
            <a:spLocks noGrp="1"/>
          </p:cNvSpPr>
          <p:nvPr>
            <p:ph type="title"/>
          </p:nvPr>
        </p:nvSpPr>
        <p:spPr>
          <a:xfrm>
            <a:off x="381000" y="4343400"/>
            <a:ext cx="8001000" cy="1495794"/>
          </a:xfrm>
          <a:prstGeom prst="rect">
            <a:avLst/>
          </a:prstGeom>
        </p:spPr>
        <p:txBody>
          <a:bodyPr wrap="square" lIns="0" tIns="0" rIns="0" bIns="0" anchor="b" anchorCtr="0">
            <a:spAutoFit/>
          </a:bodyPr>
          <a:lstStyle>
            <a:lvl1pPr>
              <a:defRPr lang="en-US" sz="5400" dirty="0">
                <a:solidFill>
                  <a:schemeClr val="tx2"/>
                </a:solidFill>
                <a:latin typeface="Arial Nova Light" panose="020B0304020202020204" pitchFamily="34" charset="0"/>
              </a:defRPr>
            </a:lvl1pPr>
          </a:lstStyle>
          <a:p>
            <a:pPr lvl="0"/>
            <a:r>
              <a:rPr lang="en-US"/>
              <a:t>Click to edit Master title style</a:t>
            </a:r>
          </a:p>
        </p:txBody>
      </p:sp>
      <p:sp>
        <p:nvSpPr>
          <p:cNvPr id="107" name="Rectangle 106">
            <a:extLst>
              <a:ext uri="{FF2B5EF4-FFF2-40B4-BE49-F238E27FC236}">
                <a16:creationId xmlns:a16="http://schemas.microsoft.com/office/drawing/2014/main" id="{8AEE0513-2CC5-4407-B582-332F61D61C1B}"/>
              </a:ext>
              <a:ext uri="{C183D7F6-B498-43B3-948B-1728B52AA6E4}">
                <adec:decorative xmlns:adec="http://schemas.microsoft.com/office/drawing/2017/decorative" val="1"/>
              </a:ext>
            </a:extLst>
          </p:cNvPr>
          <p:cNvSpPr>
            <a:spLocks noChangeAspect="1"/>
          </p:cNvSpPr>
          <p:nvPr userDrawn="1"/>
        </p:nvSpPr>
        <p:spPr>
          <a:xfrm>
            <a:off x="381000" y="400050"/>
            <a:ext cx="457200" cy="114300"/>
          </a:xfrm>
          <a:prstGeom prst="rect">
            <a:avLst/>
          </a:prstGeom>
          <a:solidFill>
            <a:srgbClr val="6627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108" name="Text Placeholder 2">
            <a:extLst>
              <a:ext uri="{FF2B5EF4-FFF2-40B4-BE49-F238E27FC236}">
                <a16:creationId xmlns:a16="http://schemas.microsoft.com/office/drawing/2014/main" id="{581EB6DF-C2AD-463C-A014-FD1AA6D95B2B}"/>
              </a:ext>
            </a:extLst>
          </p:cNvPr>
          <p:cNvSpPr>
            <a:spLocks noGrp="1"/>
          </p:cNvSpPr>
          <p:nvPr>
            <p:ph type="body" sz="quarter" idx="10"/>
          </p:nvPr>
        </p:nvSpPr>
        <p:spPr>
          <a:xfrm>
            <a:off x="1066799" y="349478"/>
            <a:ext cx="7315201" cy="215444"/>
          </a:xfrm>
          <a:prstGeom prst="rect">
            <a:avLst/>
          </a:prstGeom>
        </p:spPr>
        <p:txBody>
          <a:bodyPr lIns="0" tIns="0" rIns="0" bIns="0">
            <a:spAutoFit/>
          </a:bodyPr>
          <a:lstStyle>
            <a:lvl1pPr marL="0" indent="0">
              <a:lnSpc>
                <a:spcPct val="100000"/>
              </a:lnSpc>
              <a:buNone/>
              <a:defRPr sz="1400" cap="all" spc="300" baseline="0">
                <a:solidFill>
                  <a:schemeClr val="tx1"/>
                </a:solidFill>
                <a:latin typeface="Arial "/>
              </a:defRPr>
            </a:lvl1pPr>
            <a:lvl2pPr marL="457189" indent="0">
              <a:buNone/>
              <a:defRPr/>
            </a:lvl2pPr>
            <a:lvl3pPr marL="914377" indent="0">
              <a:buNone/>
              <a:defRPr/>
            </a:lvl3pPr>
            <a:lvl4pPr marL="1371566" indent="0">
              <a:buNone/>
              <a:defRPr/>
            </a:lvl4pPr>
            <a:lvl5pPr marL="1828755" indent="0">
              <a:buNone/>
              <a:defRPr/>
            </a:lvl5pPr>
          </a:lstStyle>
          <a:p>
            <a:pPr lvl="0"/>
            <a:r>
              <a:rPr lang="en-US"/>
              <a:t>Click to edit Master text styles</a:t>
            </a:r>
          </a:p>
        </p:txBody>
      </p:sp>
    </p:spTree>
    <p:extLst>
      <p:ext uri="{BB962C8B-B14F-4D97-AF65-F5344CB8AC3E}">
        <p14:creationId xmlns:p14="http://schemas.microsoft.com/office/powerpoint/2010/main" val="213025453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de bar Dusk/Plum">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B8D3F8-2C6C-6419-483A-A6C9DC09A37C}"/>
              </a:ext>
            </a:extLst>
          </p:cNvPr>
          <p:cNvSpPr>
            <a:spLocks/>
          </p:cNvSpPr>
          <p:nvPr userDrawn="1"/>
        </p:nvSpPr>
        <p:spPr>
          <a:xfrm>
            <a:off x="0" y="0"/>
            <a:ext cx="306705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n>
                <a:noFill/>
              </a:ln>
              <a:noFill/>
            </a:endParaRPr>
          </a:p>
        </p:txBody>
      </p:sp>
      <p:sp>
        <p:nvSpPr>
          <p:cNvPr id="2" name="Title 1"/>
          <p:cNvSpPr>
            <a:spLocks noGrp="1"/>
          </p:cNvSpPr>
          <p:nvPr>
            <p:ph type="title"/>
          </p:nvPr>
        </p:nvSpPr>
        <p:spPr>
          <a:xfrm>
            <a:off x="381000" y="800100"/>
            <a:ext cx="2286000" cy="1329595"/>
          </a:xfrm>
          <a:prstGeom prst="rect">
            <a:avLst/>
          </a:prstGeom>
        </p:spPr>
        <p:txBody>
          <a:bodyPr wrap="square" lIns="0" tIns="0" rIns="0" bIns="0">
            <a:spAutoFit/>
          </a:bodyPr>
          <a:lstStyle>
            <a:lvl1pPr>
              <a:defRPr sz="3200">
                <a:solidFill>
                  <a:schemeClr val="tx2"/>
                </a:solidFill>
                <a:latin typeface="Arial Nova Light" panose="020B0304020202020204" pitchFamily="34" charset="0"/>
              </a:defRPr>
            </a:lvl1pPr>
          </a:lstStyle>
          <a:p>
            <a:r>
              <a:rPr lang="en-US"/>
              <a:t>Click to edit Master title style</a:t>
            </a:r>
          </a:p>
        </p:txBody>
      </p:sp>
      <p:sp>
        <p:nvSpPr>
          <p:cNvPr id="3" name="Content Placeholder 2"/>
          <p:cNvSpPr>
            <a:spLocks noGrp="1"/>
          </p:cNvSpPr>
          <p:nvPr>
            <p:ph idx="1"/>
          </p:nvPr>
        </p:nvSpPr>
        <p:spPr>
          <a:xfrm>
            <a:off x="3467100" y="400050"/>
            <a:ext cx="8382000" cy="5829300"/>
          </a:xfrm>
          <a:prstGeom prst="rect">
            <a:avLst/>
          </a:prstGeom>
        </p:spPr>
        <p:txBody>
          <a:bodyPr lIns="0" tIns="0" rIns="0" bIns="0" anchor="ctr" anchorCtr="0"/>
          <a:lstStyle>
            <a:lvl1pPr marL="228594" indent="-228594">
              <a:lnSpc>
                <a:spcPct val="100000"/>
              </a:lnSpc>
              <a:spcBef>
                <a:spcPts val="1200"/>
              </a:spcBef>
              <a:buClr>
                <a:schemeClr val="bg2"/>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chemeClr val="bg2"/>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chemeClr val="bg2"/>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userDrawn="1"/>
        </p:nvSpPr>
        <p:spPr>
          <a:xfrm>
            <a:off x="381000" y="400050"/>
            <a:ext cx="457200" cy="114300"/>
          </a:xfrm>
          <a:prstGeom prst="rect">
            <a:avLst/>
          </a:prstGeom>
          <a:solidFill>
            <a:srgbClr val="6627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34004150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ar w/photo Dusk/Plum">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D59AC4-89BF-88E0-0B9A-ADE4E08A0824}"/>
              </a:ext>
            </a:extLst>
          </p:cNvPr>
          <p:cNvSpPr>
            <a:spLocks/>
          </p:cNvSpPr>
          <p:nvPr userDrawn="1"/>
        </p:nvSpPr>
        <p:spPr>
          <a:xfrm>
            <a:off x="0" y="0"/>
            <a:ext cx="306705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n>
                <a:noFill/>
              </a:ln>
              <a:noFill/>
            </a:endParaRPr>
          </a:p>
        </p:txBody>
      </p:sp>
      <p:sp>
        <p:nvSpPr>
          <p:cNvPr id="2" name="Title 1"/>
          <p:cNvSpPr>
            <a:spLocks noGrp="1"/>
          </p:cNvSpPr>
          <p:nvPr>
            <p:ph type="title"/>
          </p:nvPr>
        </p:nvSpPr>
        <p:spPr>
          <a:xfrm>
            <a:off x="381000" y="800100"/>
            <a:ext cx="2286000" cy="1329595"/>
          </a:xfrm>
          <a:prstGeom prst="rect">
            <a:avLst/>
          </a:prstGeom>
        </p:spPr>
        <p:txBody>
          <a:bodyPr wrap="square" lIns="0" tIns="0" rIns="0" bIns="0">
            <a:spAutoFit/>
          </a:bodyPr>
          <a:lstStyle>
            <a:lvl1pPr>
              <a:defRPr sz="3200">
                <a:solidFill>
                  <a:schemeClr val="tx2"/>
                </a:solidFill>
                <a:latin typeface="Arial Nova Light" panose="020B0304020202020204" pitchFamily="34" charset="0"/>
              </a:defRPr>
            </a:lvl1pPr>
          </a:lstStyle>
          <a:p>
            <a:r>
              <a:rPr lang="en-US"/>
              <a:t>Click to edit Master title style</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userDrawn="1"/>
        </p:nvSpPr>
        <p:spPr>
          <a:xfrm>
            <a:off x="381000" y="400050"/>
            <a:ext cx="457200" cy="114300"/>
          </a:xfrm>
          <a:prstGeom prst="rect">
            <a:avLst/>
          </a:prstGeom>
          <a:solidFill>
            <a:srgbClr val="6627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5" name="Picture Placeholder 6">
            <a:extLst>
              <a:ext uri="{FF2B5EF4-FFF2-40B4-BE49-F238E27FC236}">
                <a16:creationId xmlns:a16="http://schemas.microsoft.com/office/drawing/2014/main" id="{9FF4B414-00F5-1172-09E9-197EF6C8CF84}"/>
              </a:ext>
            </a:extLst>
          </p:cNvPr>
          <p:cNvSpPr>
            <a:spLocks noGrp="1"/>
          </p:cNvSpPr>
          <p:nvPr>
            <p:ph type="pic" sz="quarter" idx="11" hasCustomPrompt="1"/>
          </p:nvPr>
        </p:nvSpPr>
        <p:spPr>
          <a:xfrm>
            <a:off x="3067050" y="0"/>
            <a:ext cx="9124950" cy="6858000"/>
          </a:xfrm>
          <a:prstGeom prst="rect">
            <a:avLst/>
          </a:prstGeom>
          <a:noFill/>
          <a:ln>
            <a:noFill/>
          </a:ln>
        </p:spPr>
        <p:txBody>
          <a:bodyPr lIns="0" tIns="0" rIns="0" bIns="0" anchor="ctr" anchorCtr="1"/>
          <a:lstStyle>
            <a:lvl1pPr marL="0" indent="0" algn="ctr">
              <a:buNone/>
              <a:defRPr>
                <a:solidFill>
                  <a:schemeClr val="bg2"/>
                </a:solidFill>
              </a:defRPr>
            </a:lvl1pPr>
          </a:lstStyle>
          <a:p>
            <a:br>
              <a:rPr lang="en-US"/>
            </a:br>
            <a:br>
              <a:rPr lang="en-US"/>
            </a:br>
            <a:r>
              <a:rPr lang="en-US"/>
              <a:t>Click icon to add picture.</a:t>
            </a:r>
          </a:p>
        </p:txBody>
      </p:sp>
    </p:spTree>
    <p:extLst>
      <p:ext uri="{BB962C8B-B14F-4D97-AF65-F5344CB8AC3E}">
        <p14:creationId xmlns:p14="http://schemas.microsoft.com/office/powerpoint/2010/main" val="49370704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 bar Dusk/Plum">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17DF1CB-5F39-48E0-B2DB-764E018FDB2D}"/>
              </a:ext>
            </a:extLst>
          </p:cNvPr>
          <p:cNvSpPr/>
          <p:nvPr userDrawn="1"/>
        </p:nvSpPr>
        <p:spPr>
          <a:xfrm>
            <a:off x="0" y="0"/>
            <a:ext cx="12192000" cy="3429000"/>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bg2"/>
              </a:solidFill>
            </a:endParaRPr>
          </a:p>
        </p:txBody>
      </p:sp>
      <p:sp>
        <p:nvSpPr>
          <p:cNvPr id="2" name="Title 1"/>
          <p:cNvSpPr>
            <a:spLocks noGrp="1"/>
          </p:cNvSpPr>
          <p:nvPr>
            <p:ph type="title"/>
          </p:nvPr>
        </p:nvSpPr>
        <p:spPr>
          <a:xfrm>
            <a:off x="381001" y="800100"/>
            <a:ext cx="4000500" cy="886397"/>
          </a:xfrm>
          <a:prstGeom prst="rect">
            <a:avLst/>
          </a:prstGeom>
        </p:spPr>
        <p:txBody>
          <a:bodyPr wrap="square" lIns="0" tIns="0" rIns="0" bIns="0">
            <a:spAutoFit/>
          </a:bodyPr>
          <a:lstStyle>
            <a:lvl1pPr>
              <a:defRPr sz="3200">
                <a:solidFill>
                  <a:schemeClr val="tx2"/>
                </a:solidFill>
                <a:latin typeface="Arial Nova Light" panose="020B0304020202020204" pitchFamily="34" charset="0"/>
              </a:defRPr>
            </a:lvl1pPr>
          </a:lstStyle>
          <a:p>
            <a:r>
              <a:rPr lang="en-US"/>
              <a:t>Click to edit Master title style</a:t>
            </a:r>
          </a:p>
        </p:txBody>
      </p:sp>
      <p:sp>
        <p:nvSpPr>
          <p:cNvPr id="12" name="Content Placeholder 11">
            <a:extLst>
              <a:ext uri="{FF2B5EF4-FFF2-40B4-BE49-F238E27FC236}">
                <a16:creationId xmlns:a16="http://schemas.microsoft.com/office/drawing/2014/main" id="{2F25C9EF-E3D6-4E9D-83B4-E16E0BAD9154}"/>
              </a:ext>
            </a:extLst>
          </p:cNvPr>
          <p:cNvSpPr>
            <a:spLocks noGrp="1" noChangeAspect="1"/>
          </p:cNvSpPr>
          <p:nvPr>
            <p:ph sz="quarter" idx="11" hasCustomPrompt="1"/>
          </p:nvPr>
        </p:nvSpPr>
        <p:spPr>
          <a:xfrm>
            <a:off x="4438650" y="2228850"/>
            <a:ext cx="3314700" cy="3314700"/>
          </a:xfrm>
          <a:prstGeom prst="rect">
            <a:avLst/>
          </a:prstGeom>
          <a:solidFill>
            <a:schemeClr val="tx1"/>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r>
              <a:rPr lang="en-US"/>
              <a:t>Click icon to add picture.</a:t>
            </a:r>
          </a:p>
        </p:txBody>
      </p:sp>
      <p:sp>
        <p:nvSpPr>
          <p:cNvPr id="13" name="Content Placeholder 11">
            <a:extLst>
              <a:ext uri="{FF2B5EF4-FFF2-40B4-BE49-F238E27FC236}">
                <a16:creationId xmlns:a16="http://schemas.microsoft.com/office/drawing/2014/main" id="{CC9ADC35-0177-4D0A-A2B4-6BE8CB97A65E}"/>
              </a:ext>
            </a:extLst>
          </p:cNvPr>
          <p:cNvSpPr>
            <a:spLocks noGrp="1" noChangeAspect="1"/>
          </p:cNvSpPr>
          <p:nvPr>
            <p:ph sz="quarter" idx="12" hasCustomPrompt="1"/>
          </p:nvPr>
        </p:nvSpPr>
        <p:spPr>
          <a:xfrm>
            <a:off x="552450" y="2228850"/>
            <a:ext cx="3314700" cy="3314700"/>
          </a:xfrm>
          <a:prstGeom prst="rect">
            <a:avLst/>
          </a:prstGeom>
          <a:solidFill>
            <a:schemeClr val="tx1"/>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algn="ctr"/>
            <a:r>
              <a:rPr lang="en-US">
                <a:solidFill>
                  <a:schemeClr val="bg2"/>
                </a:solidFill>
              </a:rPr>
              <a:t>These boxes can be used for text, photos, icons, quotes, etc.</a:t>
            </a:r>
          </a:p>
          <a:p>
            <a:pPr algn="ctr"/>
            <a:r>
              <a:rPr lang="en-US">
                <a:solidFill>
                  <a:schemeClr val="bg2"/>
                </a:solidFill>
              </a:rPr>
              <a:t>Can be moved or deleted.</a:t>
            </a:r>
          </a:p>
        </p:txBody>
      </p:sp>
      <p:sp>
        <p:nvSpPr>
          <p:cNvPr id="14" name="Content Placeholder 11">
            <a:extLst>
              <a:ext uri="{FF2B5EF4-FFF2-40B4-BE49-F238E27FC236}">
                <a16:creationId xmlns:a16="http://schemas.microsoft.com/office/drawing/2014/main" id="{887CCC8C-1CBB-4FA5-AC41-F8CE31E2C100}"/>
              </a:ext>
            </a:extLst>
          </p:cNvPr>
          <p:cNvSpPr>
            <a:spLocks noGrp="1" noChangeAspect="1"/>
          </p:cNvSpPr>
          <p:nvPr>
            <p:ph sz="quarter" idx="13" hasCustomPrompt="1"/>
          </p:nvPr>
        </p:nvSpPr>
        <p:spPr>
          <a:xfrm>
            <a:off x="8324850" y="2228850"/>
            <a:ext cx="3314700" cy="3314700"/>
          </a:xfrm>
          <a:prstGeom prst="rect">
            <a:avLst/>
          </a:prstGeom>
          <a:solidFill>
            <a:schemeClr val="tx1"/>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r>
              <a:rPr lang="en-US"/>
              <a:t>Click icon to add picture.</a:t>
            </a:r>
          </a:p>
        </p:txBody>
      </p:sp>
      <p:sp>
        <p:nvSpPr>
          <p:cNvPr id="9" name="Rectangle 8">
            <a:extLst>
              <a:ext uri="{FF2B5EF4-FFF2-40B4-BE49-F238E27FC236}">
                <a16:creationId xmlns:a16="http://schemas.microsoft.com/office/drawing/2014/main" id="{7270C93A-C784-4B2F-A8F0-B35D5DE9A5B7}"/>
              </a:ext>
              <a:ext uri="{C183D7F6-B498-43B3-948B-1728B52AA6E4}">
                <adec:decorative xmlns:adec="http://schemas.microsoft.com/office/drawing/2017/decorative" val="1"/>
              </a:ext>
            </a:extLst>
          </p:cNvPr>
          <p:cNvSpPr>
            <a:spLocks noChangeAspect="1"/>
          </p:cNvSpPr>
          <p:nvPr userDrawn="1"/>
        </p:nvSpPr>
        <p:spPr>
          <a:xfrm>
            <a:off x="381000" y="400050"/>
            <a:ext cx="457200" cy="114300"/>
          </a:xfrm>
          <a:prstGeom prst="rect">
            <a:avLst/>
          </a:prstGeom>
          <a:solidFill>
            <a:srgbClr val="6627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2"/>
              </a:solidFill>
            </a:endParaRPr>
          </a:p>
        </p:txBody>
      </p:sp>
    </p:spTree>
    <p:extLst>
      <p:ext uri="{BB962C8B-B14F-4D97-AF65-F5344CB8AC3E}">
        <p14:creationId xmlns:p14="http://schemas.microsoft.com/office/powerpoint/2010/main" val="272301067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ottom bar w/photo Dusk/Plum">
    <p:bg>
      <p:bgPr>
        <a:solidFill>
          <a:schemeClr val="accent6"/>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6" name="Rectangle 5">
            <a:extLst>
              <a:ext uri="{FF2B5EF4-FFF2-40B4-BE49-F238E27FC236}">
                <a16:creationId xmlns:a16="http://schemas.microsoft.com/office/drawing/2014/main" id="{BEADD02D-4E86-18B9-EC0D-5EFAF43C6BBB}"/>
              </a:ext>
            </a:extLst>
          </p:cNvPr>
          <p:cNvSpPr/>
          <p:nvPr userDrawn="1"/>
        </p:nvSpPr>
        <p:spPr>
          <a:xfrm>
            <a:off x="0" y="0"/>
            <a:ext cx="12192000" cy="3429000"/>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5" name="Picture Placeholder 6">
            <a:extLst>
              <a:ext uri="{FF2B5EF4-FFF2-40B4-BE49-F238E27FC236}">
                <a16:creationId xmlns:a16="http://schemas.microsoft.com/office/drawing/2014/main" id="{96F27EC7-A1F5-878A-4E9C-42D9EE7F3BF5}"/>
              </a:ext>
            </a:extLst>
          </p:cNvPr>
          <p:cNvSpPr>
            <a:spLocks noGrp="1"/>
          </p:cNvSpPr>
          <p:nvPr>
            <p:ph type="pic" sz="quarter" idx="11" hasCustomPrompt="1"/>
          </p:nvPr>
        </p:nvSpPr>
        <p:spPr>
          <a:xfrm>
            <a:off x="0" y="0"/>
            <a:ext cx="12192000" cy="3429000"/>
          </a:xfrm>
          <a:prstGeom prst="rect">
            <a:avLst/>
          </a:prstGeom>
          <a:noFill/>
          <a:ln>
            <a:noFill/>
          </a:ln>
        </p:spPr>
        <p:txBody>
          <a:bodyPr lIns="0" tIns="0" rIns="0" bIns="0" anchor="ctr" anchorCtr="1"/>
          <a:lstStyle>
            <a:lvl1pPr marL="0" indent="0" algn="ctr">
              <a:buNone/>
              <a:defRPr>
                <a:solidFill>
                  <a:schemeClr val="bg2"/>
                </a:solidFill>
              </a:defRPr>
            </a:lvl1pPr>
          </a:lstStyle>
          <a:p>
            <a:br>
              <a:rPr lang="en-US"/>
            </a:br>
            <a:br>
              <a:rPr lang="en-US"/>
            </a:br>
            <a:r>
              <a:rPr lang="en-US"/>
              <a:t>Click icon to add picture.</a:t>
            </a:r>
          </a:p>
        </p:txBody>
      </p:sp>
      <p:sp>
        <p:nvSpPr>
          <p:cNvPr id="7" name="Rectangle 6">
            <a:extLst>
              <a:ext uri="{FF2B5EF4-FFF2-40B4-BE49-F238E27FC236}">
                <a16:creationId xmlns:a16="http://schemas.microsoft.com/office/drawing/2014/main" id="{08033FDC-55EF-42E8-40A1-2BDB05C1834C}"/>
              </a:ext>
              <a:ext uri="{C183D7F6-B498-43B3-948B-1728B52AA6E4}">
                <adec:decorative xmlns:adec="http://schemas.microsoft.com/office/drawing/2017/decorative" val="1"/>
              </a:ext>
            </a:extLst>
          </p:cNvPr>
          <p:cNvSpPr>
            <a:spLocks noChangeAspect="1"/>
          </p:cNvSpPr>
          <p:nvPr userDrawn="1"/>
        </p:nvSpPr>
        <p:spPr>
          <a:xfrm>
            <a:off x="381000" y="3829050"/>
            <a:ext cx="457200" cy="114300"/>
          </a:xfrm>
          <a:prstGeom prst="rect">
            <a:avLst/>
          </a:prstGeom>
          <a:solidFill>
            <a:srgbClr val="6627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
        <p:nvSpPr>
          <p:cNvPr id="2" name="Title 1"/>
          <p:cNvSpPr>
            <a:spLocks noGrp="1"/>
          </p:cNvSpPr>
          <p:nvPr>
            <p:ph type="title"/>
          </p:nvPr>
        </p:nvSpPr>
        <p:spPr>
          <a:xfrm>
            <a:off x="381569" y="4229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sp>
        <p:nvSpPr>
          <p:cNvPr id="12" name="Content Placeholder 9">
            <a:extLst>
              <a:ext uri="{FF2B5EF4-FFF2-40B4-BE49-F238E27FC236}">
                <a16:creationId xmlns:a16="http://schemas.microsoft.com/office/drawing/2014/main" id="{7BBD618F-8A85-084C-32A4-1A29A50E8E93}"/>
              </a:ext>
            </a:extLst>
          </p:cNvPr>
          <p:cNvSpPr>
            <a:spLocks noGrp="1"/>
          </p:cNvSpPr>
          <p:nvPr>
            <p:ph sz="quarter" idx="14"/>
          </p:nvPr>
        </p:nvSpPr>
        <p:spPr>
          <a:xfrm>
            <a:off x="6096000" y="3829050"/>
            <a:ext cx="5715000" cy="2343150"/>
          </a:xfrm>
          <a:prstGeom prst="rect">
            <a:avLst/>
          </a:prstGeom>
        </p:spPr>
        <p:txBody>
          <a:bodyPr lIns="0" tIns="0" rIns="0" bIns="0"/>
          <a:lstStyle>
            <a:lvl1pPr marL="0" indent="0">
              <a:lnSpc>
                <a:spcPct val="100000"/>
              </a:lnSpc>
              <a:spcBef>
                <a:spcPts val="1800"/>
              </a:spcBef>
              <a:buClr>
                <a:srgbClr val="808080"/>
              </a:buClr>
              <a:buNone/>
              <a:defRPr sz="1800" b="0">
                <a:solidFill>
                  <a:schemeClr val="tx1"/>
                </a:solidFill>
              </a:defRPr>
            </a:lvl1pPr>
            <a:lvl2pPr marL="342900" indent="-342900">
              <a:lnSpc>
                <a:spcPct val="100000"/>
              </a:lnSpc>
              <a:spcBef>
                <a:spcPts val="1200"/>
              </a:spcBef>
              <a:buClr>
                <a:schemeClr val="tx1"/>
              </a:buClr>
              <a:buFont typeface="+mj-lt"/>
              <a:buAutoNum type="arabicPeriod"/>
              <a:defRPr sz="1600" b="0">
                <a:solidFill>
                  <a:schemeClr val="tx1"/>
                </a:solidFill>
              </a:defRPr>
            </a:lvl2pPr>
            <a:lvl3pPr marL="685783" indent="-228594">
              <a:lnSpc>
                <a:spcPct val="100000"/>
              </a:lnSpc>
              <a:spcBef>
                <a:spcPts val="600"/>
              </a:spcBef>
              <a:buClr>
                <a:schemeClr val="tx1"/>
              </a:buClr>
              <a:buFont typeface="Arial" panose="020B0604020202020204" pitchFamily="34" charset="0"/>
              <a:buChar char="•"/>
              <a:defRPr sz="1200" b="0">
                <a:solidFill>
                  <a:schemeClr val="tx1"/>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3" name="Subtitle 2">
            <a:extLst>
              <a:ext uri="{FF2B5EF4-FFF2-40B4-BE49-F238E27FC236}">
                <a16:creationId xmlns:a16="http://schemas.microsoft.com/office/drawing/2014/main" id="{FDA5B365-007E-1E32-CA95-9AA4910AA44A}"/>
              </a:ext>
            </a:extLst>
          </p:cNvPr>
          <p:cNvSpPr>
            <a:spLocks noGrp="1"/>
          </p:cNvSpPr>
          <p:nvPr>
            <p:ph type="subTitle" idx="10"/>
          </p:nvPr>
        </p:nvSpPr>
        <p:spPr>
          <a:xfrm>
            <a:off x="381000" y="5600700"/>
            <a:ext cx="4800600" cy="571500"/>
          </a:xfrm>
          <a:prstGeom prst="rect">
            <a:avLst/>
          </a:prstGeom>
        </p:spPr>
        <p:txBody>
          <a:bodyPr wrap="square" lIns="0" tIns="0" rIns="0" bIns="0" anchor="t" anchorCtr="0">
            <a:noAutofit/>
          </a:bodyPr>
          <a:lstStyle>
            <a:lvl1pPr marL="0" indent="0" algn="l">
              <a:lnSpc>
                <a:spcPct val="100000"/>
              </a:lnSpc>
              <a:spcBef>
                <a:spcPts val="1200"/>
              </a:spcBef>
              <a:buNone/>
              <a:defRPr sz="180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205504342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tement Dusk/Plum">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487A85-65B5-4371-833A-AD6EFF69F55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4" name="Title 1">
            <a:extLst>
              <a:ext uri="{FF2B5EF4-FFF2-40B4-BE49-F238E27FC236}">
                <a16:creationId xmlns:a16="http://schemas.microsoft.com/office/drawing/2014/main" id="{A868ACC7-8EB3-3777-94F1-2D5FF7F382CA}"/>
              </a:ext>
            </a:extLst>
          </p:cNvPr>
          <p:cNvSpPr>
            <a:spLocks noGrp="1"/>
          </p:cNvSpPr>
          <p:nvPr>
            <p:ph type="title"/>
          </p:nvPr>
        </p:nvSpPr>
        <p:spPr>
          <a:xfrm>
            <a:off x="379879" y="3647347"/>
            <a:ext cx="9201150" cy="2676747"/>
          </a:xfrm>
          <a:prstGeom prst="rect">
            <a:avLst/>
          </a:prstGeom>
        </p:spPr>
        <p:txBody>
          <a:bodyPr wrap="square" lIns="0" tIns="0" rIns="0" bIns="0" anchor="t" anchorCtr="0">
            <a:noAutofit/>
          </a:bodyPr>
          <a:lstStyle>
            <a:lvl1pPr>
              <a:lnSpc>
                <a:spcPct val="90000"/>
              </a:lnSpc>
              <a:defRPr sz="5400">
                <a:solidFill>
                  <a:schemeClr val="tx2"/>
                </a:solidFill>
              </a:defRPr>
            </a:lvl1pPr>
          </a:lstStyle>
          <a:p>
            <a:r>
              <a:rPr lang="en-US"/>
              <a:t>Click to edit Master title style</a:t>
            </a:r>
          </a:p>
        </p:txBody>
      </p:sp>
      <p:sp>
        <p:nvSpPr>
          <p:cNvPr id="5" name="Rectangle 4">
            <a:extLst>
              <a:ext uri="{FF2B5EF4-FFF2-40B4-BE49-F238E27FC236}">
                <a16:creationId xmlns:a16="http://schemas.microsoft.com/office/drawing/2014/main" id="{C28A0713-16B4-85B9-9747-E21C7624E206}"/>
              </a:ext>
              <a:ext uri="{C183D7F6-B498-43B3-948B-1728B52AA6E4}">
                <adec:decorative xmlns:adec="http://schemas.microsoft.com/office/drawing/2017/decorative" val="1"/>
              </a:ext>
            </a:extLst>
          </p:cNvPr>
          <p:cNvSpPr>
            <a:spLocks/>
          </p:cNvSpPr>
          <p:nvPr userDrawn="1"/>
        </p:nvSpPr>
        <p:spPr>
          <a:xfrm>
            <a:off x="401170" y="3103523"/>
            <a:ext cx="548640" cy="134471"/>
          </a:xfrm>
          <a:prstGeom prst="rect">
            <a:avLst/>
          </a:prstGeom>
          <a:solidFill>
            <a:srgbClr val="6627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4046924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ub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1" y="342900"/>
            <a:ext cx="11430000" cy="443198"/>
          </a:xfrm>
          <a:prstGeom prst="rect">
            <a:avLst/>
          </a:prstGeom>
        </p:spPr>
        <p:txBody>
          <a:bodyPr wrap="square" lIns="0" tIns="0" rIns="0" bIns="0">
            <a:spAutoFit/>
          </a:bodyPr>
          <a:lstStyle>
            <a:lvl1pPr>
              <a:defRPr sz="3200">
                <a:solidFill>
                  <a:schemeClr val="bg1"/>
                </a:solidFill>
                <a:latin typeface="Arial Nova Light" panose="020B0304020202020204" pitchFamily="34" charset="0"/>
              </a:defRPr>
            </a:lvl1pPr>
          </a:lstStyle>
          <a:p>
            <a:r>
              <a:rPr lang="en-US"/>
              <a:t>Click to edit Master title style</a:t>
            </a:r>
          </a:p>
        </p:txBody>
      </p:sp>
      <p:sp>
        <p:nvSpPr>
          <p:cNvPr id="3" name="Subtitle 2"/>
          <p:cNvSpPr>
            <a:spLocks noGrp="1"/>
          </p:cNvSpPr>
          <p:nvPr>
            <p:ph type="subTitle" idx="1"/>
          </p:nvPr>
        </p:nvSpPr>
        <p:spPr>
          <a:xfrm>
            <a:off x="385486" y="857250"/>
            <a:ext cx="11425529"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5" name="Content Placeholder 2">
            <a:extLst>
              <a:ext uri="{FF2B5EF4-FFF2-40B4-BE49-F238E27FC236}">
                <a16:creationId xmlns:a16="http://schemas.microsoft.com/office/drawing/2014/main" id="{4FF1C11A-D2F8-6FB5-BF86-6BAE985D7E19}"/>
              </a:ext>
            </a:extLst>
          </p:cNvPr>
          <p:cNvSpPr>
            <a:spLocks noGrp="1"/>
          </p:cNvSpPr>
          <p:nvPr>
            <p:ph idx="10"/>
          </p:nvPr>
        </p:nvSpPr>
        <p:spPr>
          <a:xfrm>
            <a:off x="381000" y="1600200"/>
            <a:ext cx="11430000" cy="4572000"/>
          </a:xfrm>
          <a:prstGeom prst="rect">
            <a:avLst/>
          </a:prstGeom>
        </p:spPr>
        <p:txBody>
          <a:bodyPr lIns="0" tIns="0" rIns="0" bIns="0"/>
          <a:lstStyle>
            <a:lvl1pPr marL="228594" indent="-228594">
              <a:lnSpc>
                <a:spcPct val="100000"/>
              </a:lnSpc>
              <a:spcBef>
                <a:spcPts val="1200"/>
              </a:spcBef>
              <a:buClr>
                <a:schemeClr val="bg2"/>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chemeClr val="bg2"/>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chemeClr val="bg2"/>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6828215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End logo slide Raven">
    <p:bg>
      <p:bgPr>
        <a:solidFill>
          <a:srgbClr val="40586D"/>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B63F84D-D504-A280-C4DF-3A404C91A3C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8A49A41B-9CF1-4CD6-B1E3-F736C63833B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2" name="Rectangle 1">
            <a:extLst>
              <a:ext uri="{FF2B5EF4-FFF2-40B4-BE49-F238E27FC236}">
                <a16:creationId xmlns:a16="http://schemas.microsoft.com/office/drawing/2014/main" id="{C1BF1CE4-153A-85AA-B235-515D0ECCA3BB}"/>
              </a:ext>
              <a:ext uri="{C183D7F6-B498-43B3-948B-1728B52AA6E4}">
                <adec:decorative xmlns:adec="http://schemas.microsoft.com/office/drawing/2017/decorative" val="1"/>
              </a:ext>
            </a:extLst>
          </p:cNvPr>
          <p:cNvSpPr>
            <a:spLocks noChangeAspect="1"/>
          </p:cNvSpPr>
          <p:nvPr userDrawn="1"/>
        </p:nvSpPr>
        <p:spPr>
          <a:xfrm>
            <a:off x="381000" y="400050"/>
            <a:ext cx="457200" cy="114300"/>
          </a:xfrm>
          <a:prstGeom prst="rect">
            <a:avLst/>
          </a:prstGeom>
          <a:solidFill>
            <a:srgbClr val="D2D2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15793639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 logo slide Dell Blue">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1B2209E-1FAF-A750-E461-F5A96B13857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8A49A41B-9CF1-4CD6-B1E3-F736C63833B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2" name="Rectangle 1">
            <a:extLst>
              <a:ext uri="{FF2B5EF4-FFF2-40B4-BE49-F238E27FC236}">
                <a16:creationId xmlns:a16="http://schemas.microsoft.com/office/drawing/2014/main" id="{862515BD-28D6-59CF-B1CD-2360F096ECBE}"/>
              </a:ext>
              <a:ext uri="{C183D7F6-B498-43B3-948B-1728B52AA6E4}">
                <adec:decorative xmlns:adec="http://schemas.microsoft.com/office/drawing/2017/decorative" val="1"/>
              </a:ext>
            </a:extLst>
          </p:cNvPr>
          <p:cNvSpPr>
            <a:spLocks noChangeAspect="1"/>
          </p:cNvSpPr>
          <p:nvPr userDrawn="1"/>
        </p:nvSpPr>
        <p:spPr>
          <a:xfrm>
            <a:off x="381000" y="400050"/>
            <a:ext cx="457200" cy="114300"/>
          </a:xfrm>
          <a:prstGeom prst="rect">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88632211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ide bar w/photo Midnight/Dell Blue">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D59AC4-89BF-88E0-0B9A-ADE4E08A0824}"/>
              </a:ext>
            </a:extLst>
          </p:cNvPr>
          <p:cNvSpPr>
            <a:spLocks/>
          </p:cNvSpPr>
          <p:nvPr userDrawn="1"/>
        </p:nvSpPr>
        <p:spPr>
          <a:xfrm>
            <a:off x="0" y="0"/>
            <a:ext cx="306705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n>
                <a:noFill/>
              </a:ln>
              <a:noFill/>
            </a:endParaRPr>
          </a:p>
        </p:txBody>
      </p:sp>
      <p:sp>
        <p:nvSpPr>
          <p:cNvPr id="2" name="Title 1"/>
          <p:cNvSpPr>
            <a:spLocks noGrp="1"/>
          </p:cNvSpPr>
          <p:nvPr>
            <p:ph type="title"/>
          </p:nvPr>
        </p:nvSpPr>
        <p:spPr>
          <a:xfrm>
            <a:off x="381000" y="800100"/>
            <a:ext cx="2286000" cy="1329595"/>
          </a:xfrm>
          <a:prstGeom prst="rect">
            <a:avLst/>
          </a:prstGeom>
        </p:spPr>
        <p:txBody>
          <a:bodyPr wrap="square" lIns="0" tIns="0" rIns="0" bIns="0">
            <a:spAutoFit/>
          </a:bodyPr>
          <a:lstStyle>
            <a:lvl1pPr>
              <a:defRPr sz="3200">
                <a:solidFill>
                  <a:schemeClr val="tx2"/>
                </a:solidFill>
                <a:latin typeface="Arial Nova Light" panose="020B0304020202020204" pitchFamily="34" charset="0"/>
              </a:defRPr>
            </a:lvl1pPr>
          </a:lstStyle>
          <a:p>
            <a:r>
              <a:rPr lang="en-US"/>
              <a:t>Click to edit Master title style</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userDrawn="1"/>
        </p:nvSpPr>
        <p:spPr>
          <a:xfrm>
            <a:off x="381000" y="400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5" name="Picture Placeholder 6">
            <a:extLst>
              <a:ext uri="{FF2B5EF4-FFF2-40B4-BE49-F238E27FC236}">
                <a16:creationId xmlns:a16="http://schemas.microsoft.com/office/drawing/2014/main" id="{9FF4B414-00F5-1172-09E9-197EF6C8CF84}"/>
              </a:ext>
            </a:extLst>
          </p:cNvPr>
          <p:cNvSpPr>
            <a:spLocks noGrp="1"/>
          </p:cNvSpPr>
          <p:nvPr>
            <p:ph type="pic" sz="quarter" idx="11" hasCustomPrompt="1"/>
          </p:nvPr>
        </p:nvSpPr>
        <p:spPr>
          <a:xfrm>
            <a:off x="3067050" y="0"/>
            <a:ext cx="9124950" cy="6858000"/>
          </a:xfrm>
          <a:prstGeom prst="rect">
            <a:avLst/>
          </a:prstGeom>
          <a:noFill/>
          <a:ln>
            <a:noFill/>
          </a:ln>
        </p:spPr>
        <p:txBody>
          <a:bodyPr lIns="0" tIns="0" rIns="0" bIns="0" anchor="ctr" anchorCtr="1"/>
          <a:lstStyle>
            <a:lvl1pPr marL="0" indent="0" algn="ctr">
              <a:buNone/>
              <a:defRPr>
                <a:solidFill>
                  <a:schemeClr val="bg2"/>
                </a:solidFill>
              </a:defRPr>
            </a:lvl1pPr>
          </a:lstStyle>
          <a:p>
            <a:br>
              <a:rPr lang="en-US"/>
            </a:br>
            <a:br>
              <a:rPr lang="en-US"/>
            </a:br>
            <a:r>
              <a:rPr lang="en-US"/>
              <a:t>Click icon to add picture.</a:t>
            </a:r>
          </a:p>
        </p:txBody>
      </p:sp>
    </p:spTree>
    <p:extLst>
      <p:ext uri="{BB962C8B-B14F-4D97-AF65-F5344CB8AC3E}">
        <p14:creationId xmlns:p14="http://schemas.microsoft.com/office/powerpoint/2010/main" val="1430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998778-5258-3322-48F3-EA6BBD2A4894}"/>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10403079" y="6451744"/>
            <a:ext cx="1438656" cy="187024"/>
          </a:xfrm>
          <a:prstGeom prst="rect">
            <a:avLst/>
          </a:prstGeom>
        </p:spPr>
      </p:pic>
      <p:sp>
        <p:nvSpPr>
          <p:cNvPr id="9" name="fl" descr="                              Dell - Internal Use - Confidential&#10;">
            <a:extLst>
              <a:ext uri="{FF2B5EF4-FFF2-40B4-BE49-F238E27FC236}">
                <a16:creationId xmlns:a16="http://schemas.microsoft.com/office/drawing/2014/main" id="{D0E95807-F374-4095-7824-1009D90927D6}"/>
              </a:ext>
            </a:extLst>
          </p:cNvPr>
          <p:cNvSpPr txBox="1"/>
          <p:nvPr userDrawn="1"/>
        </p:nvSpPr>
        <p:spPr>
          <a:xfrm>
            <a:off x="5381061" y="6701002"/>
            <a:ext cx="1429879" cy="83100"/>
          </a:xfrm>
          <a:prstGeom prst="rect">
            <a:avLst/>
          </a:prstGeom>
          <a:noFill/>
        </p:spPr>
        <p:txBody>
          <a:bodyPr vert="horz" wrap="none" lIns="0" tIns="0" rIns="0" bIns="0" rtlCol="0" anchor="ctr" anchorCtr="0">
            <a:spAutoFit/>
          </a:bodyPr>
          <a:lstStyle/>
          <a:p>
            <a:pPr marL="0" marR="0" indent="0" algn="ctr" defTabSz="1219170" rtl="0" eaLnBrk="1" fontAlgn="base" latinLnBrk="0" hangingPunct="1">
              <a:lnSpc>
                <a:spcPct val="90000"/>
              </a:lnSpc>
              <a:spcBef>
                <a:spcPts val="133"/>
              </a:spcBef>
              <a:spcAft>
                <a:spcPts val="133"/>
              </a:spcAft>
              <a:buClrTx/>
              <a:buSzTx/>
              <a:buFontTx/>
              <a:buNone/>
              <a:tabLst/>
              <a:defRPr/>
            </a:pPr>
            <a:r>
              <a:rPr lang="en-US" sz="600" b="0" i="0" u="none" baseline="0">
                <a:solidFill>
                  <a:srgbClr val="808080"/>
                </a:solidFill>
                <a:latin typeface="Arial" panose="020B0604020202020204" pitchFamily="34" charset="0"/>
              </a:rPr>
              <a:t>Copyright © Dell Inc. All Rights Reserved.</a:t>
            </a:r>
          </a:p>
        </p:txBody>
      </p:sp>
      <p:sp>
        <p:nvSpPr>
          <p:cNvPr id="10" name="TextBox 19">
            <a:extLst>
              <a:ext uri="{FF2B5EF4-FFF2-40B4-BE49-F238E27FC236}">
                <a16:creationId xmlns:a16="http://schemas.microsoft.com/office/drawing/2014/main" id="{430652FF-3D95-8823-86D1-56EE9D45B67C}"/>
              </a:ext>
            </a:extLst>
          </p:cNvPr>
          <p:cNvSpPr txBox="1"/>
          <p:nvPr userDrawn="1"/>
        </p:nvSpPr>
        <p:spPr>
          <a:xfrm>
            <a:off x="5120251" y="6702028"/>
            <a:ext cx="94577" cy="83100"/>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r" rtl="0" fontAlgn="base">
              <a:lnSpc>
                <a:spcPct val="90000"/>
              </a:lnSpc>
              <a:spcBef>
                <a:spcPct val="0"/>
              </a:spcBef>
              <a:spcAft>
                <a:spcPct val="0"/>
              </a:spcAft>
              <a:buClr>
                <a:schemeClr val="bg1"/>
              </a:buClr>
            </a:pPr>
            <a:fld id="{58EC7406-F4CC-4ABF-902E-2AF4E70E5C0F}" type="slidenum">
              <a:rPr lang="en-US" sz="600" b="0" kern="1200" smtClean="0">
                <a:solidFill>
                  <a:srgbClr val="808080"/>
                </a:solidFill>
                <a:latin typeface="Arial" panose="020B0604020202020204" pitchFamily="34" charset="0"/>
                <a:ea typeface="+mn-ea"/>
                <a:cs typeface="+mn-cs"/>
              </a:rPr>
              <a:pPr algn="r" rtl="0" fontAlgn="base">
                <a:lnSpc>
                  <a:spcPct val="90000"/>
                </a:lnSpc>
                <a:spcBef>
                  <a:spcPct val="0"/>
                </a:spcBef>
                <a:spcAft>
                  <a:spcPct val="0"/>
                </a:spcAft>
                <a:buClr>
                  <a:schemeClr val="bg1"/>
                </a:buClr>
              </a:pPr>
              <a:t>‹#›</a:t>
            </a:fld>
            <a:endParaRPr lang="en-US" sz="600" b="0" kern="1200" err="1">
              <a:solidFill>
                <a:srgbClr val="808080"/>
              </a:solidFill>
              <a:latin typeface="Arial" panose="020B0604020202020204" pitchFamily="34" charset="0"/>
              <a:ea typeface="+mn-ea"/>
              <a:cs typeface="+mn-cs"/>
            </a:endParaRPr>
          </a:p>
        </p:txBody>
      </p:sp>
    </p:spTree>
    <p:extLst>
      <p:ext uri="{BB962C8B-B14F-4D97-AF65-F5344CB8AC3E}">
        <p14:creationId xmlns:p14="http://schemas.microsoft.com/office/powerpoint/2010/main" val="550481734"/>
      </p:ext>
    </p:extLst>
  </p:cSld>
  <p:clrMap bg1="lt1" tx1="dk1" bg2="lt2" tx2="dk2" accent1="accent1" accent2="accent2" accent3="accent3" accent4="accent4" accent5="accent5" accent6="accent6" hlink="hlink" folHlink="folHlink"/>
  <p:sldLayoutIdLst>
    <p:sldLayoutId id="2147483699" r:id="rId1"/>
    <p:sldLayoutId id="2147483739" r:id="rId2"/>
    <p:sldLayoutId id="2147483742" r:id="rId3"/>
    <p:sldLayoutId id="2147483741" r:id="rId4"/>
    <p:sldLayoutId id="2147483743" r:id="rId5"/>
    <p:sldLayoutId id="2147483744" r:id="rId6"/>
    <p:sldLayoutId id="2147483745" r:id="rId7"/>
    <p:sldLayoutId id="2147483746" r:id="rId8"/>
    <p:sldLayoutId id="2147483747" r:id="rId9"/>
    <p:sldLayoutId id="2147483748" r:id="rId10"/>
    <p:sldLayoutId id="2147483751" r:id="rId11"/>
    <p:sldLayoutId id="2147483749" r:id="rId12"/>
    <p:sldLayoutId id="2147483750" r:id="rId13"/>
    <p:sldLayoutId id="2147483752" r:id="rId14"/>
  </p:sldLayoutIdLst>
  <p:txStyles>
    <p:titleStyle>
      <a:lvl1pPr algn="l" defTabSz="914400" rtl="0" eaLnBrk="1" latinLnBrk="0" hangingPunct="1">
        <a:lnSpc>
          <a:spcPct val="90000"/>
        </a:lnSpc>
        <a:spcBef>
          <a:spcPct val="0"/>
        </a:spcBef>
        <a:buNone/>
        <a:defRPr sz="4400" kern="1200">
          <a:solidFill>
            <a:schemeClr val="tx1"/>
          </a:solidFill>
          <a:latin typeface="Arial Nova Light" panose="020B03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17.sv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20.sv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5041-A4AA-F3F5-800D-586F3076F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C7266-5A7A-8D72-5CC3-8299E72ED1A8}"/>
              </a:ext>
            </a:extLst>
          </p:cNvPr>
          <p:cNvSpPr>
            <a:spLocks noGrp="1"/>
          </p:cNvSpPr>
          <p:nvPr>
            <p:ph type="title"/>
          </p:nvPr>
        </p:nvSpPr>
        <p:spPr>
          <a:xfrm>
            <a:off x="352338" y="534437"/>
            <a:ext cx="9420312" cy="2243691"/>
          </a:xfrm>
        </p:spPr>
        <p:txBody>
          <a:bodyPr/>
          <a:lstStyle/>
          <a:p>
            <a:r>
              <a:rPr lang="en-US" dirty="0"/>
              <a:t>Omnia Markdown Accessibility Validator &amp; Fixer</a:t>
            </a:r>
          </a:p>
        </p:txBody>
      </p:sp>
      <p:sp>
        <p:nvSpPr>
          <p:cNvPr id="7" name="Subtitle 6">
            <a:extLst>
              <a:ext uri="{FF2B5EF4-FFF2-40B4-BE49-F238E27FC236}">
                <a16:creationId xmlns:a16="http://schemas.microsoft.com/office/drawing/2014/main" id="{9C931DBE-32D2-5DB9-19CC-75E801B2355F}"/>
              </a:ext>
            </a:extLst>
          </p:cNvPr>
          <p:cNvSpPr>
            <a:spLocks noGrp="1"/>
          </p:cNvSpPr>
          <p:nvPr>
            <p:ph type="subTitle" idx="1"/>
          </p:nvPr>
        </p:nvSpPr>
        <p:spPr>
          <a:xfrm>
            <a:off x="401171" y="3635531"/>
            <a:ext cx="6566558" cy="1087076"/>
          </a:xfrm>
        </p:spPr>
        <p:txBody>
          <a:bodyPr/>
          <a:lstStyle/>
          <a:p>
            <a:r>
              <a:rPr lang="en-US" sz="2400" dirty="0"/>
              <a:t>Joned Harun David</a:t>
            </a:r>
            <a:endParaRPr lang="en-US" dirty="0"/>
          </a:p>
          <a:p>
            <a:endParaRPr lang="en-US" dirty="0"/>
          </a:p>
          <a:p>
            <a:r>
              <a:rPr lang="en-US" dirty="0"/>
              <a:t>Date: </a:t>
            </a:r>
            <a:r>
              <a:rPr lang="en-US" i="1" dirty="0"/>
              <a:t>08/25/2026</a:t>
            </a:r>
          </a:p>
        </p:txBody>
      </p:sp>
    </p:spTree>
    <p:extLst>
      <p:ext uri="{BB962C8B-B14F-4D97-AF65-F5344CB8AC3E}">
        <p14:creationId xmlns:p14="http://schemas.microsoft.com/office/powerpoint/2010/main" val="78652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6BA29-3587-843E-76B1-A76C50E5A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F04C7-A2D2-5F77-EB78-919BB3264354}"/>
              </a:ext>
            </a:extLst>
          </p:cNvPr>
          <p:cNvSpPr>
            <a:spLocks noGrp="1"/>
          </p:cNvSpPr>
          <p:nvPr>
            <p:ph type="title"/>
          </p:nvPr>
        </p:nvSpPr>
        <p:spPr>
          <a:xfrm>
            <a:off x="219639" y="803895"/>
            <a:ext cx="2714625" cy="1329595"/>
          </a:xfrm>
        </p:spPr>
        <p:txBody>
          <a:bodyPr wrap="square">
            <a:normAutofit fontScale="90000"/>
          </a:bodyPr>
          <a:lstStyle/>
          <a:p>
            <a:r>
              <a:rPr lang="en-US" dirty="0"/>
              <a:t>Omnia Accessibility Validator and Fixer for </a:t>
            </a:r>
            <a:r>
              <a:rPr lang="en-US" dirty="0" err="1"/>
              <a:t>MKDocs</a:t>
            </a:r>
            <a:endParaRPr lang="en-US" dirty="0"/>
          </a:p>
        </p:txBody>
      </p:sp>
      <p:pic>
        <p:nvPicPr>
          <p:cNvPr id="10" name="Graphic 9">
            <a:extLst>
              <a:ext uri="{FF2B5EF4-FFF2-40B4-BE49-F238E27FC236}">
                <a16:creationId xmlns:a16="http://schemas.microsoft.com/office/drawing/2014/main" id="{B0269848-18A9-FFF6-6E55-7836657931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100" y="3004341"/>
            <a:ext cx="1553702" cy="1720170"/>
          </a:xfrm>
          <a:prstGeom prst="rect">
            <a:avLst/>
          </a:prstGeom>
        </p:spPr>
      </p:pic>
      <p:pic>
        <p:nvPicPr>
          <p:cNvPr id="6" name="Picture 5">
            <a:extLst>
              <a:ext uri="{FF2B5EF4-FFF2-40B4-BE49-F238E27FC236}">
                <a16:creationId xmlns:a16="http://schemas.microsoft.com/office/drawing/2014/main" id="{DE6ED7A3-D6D0-2DC5-B01C-2029CDAFC4B8}"/>
              </a:ext>
            </a:extLst>
          </p:cNvPr>
          <p:cNvPicPr>
            <a:picLocks noChangeAspect="1"/>
          </p:cNvPicPr>
          <p:nvPr/>
        </p:nvPicPr>
        <p:blipFill>
          <a:blip r:embed="rId4"/>
          <a:stretch>
            <a:fillRect/>
          </a:stretch>
        </p:blipFill>
        <p:spPr>
          <a:xfrm>
            <a:off x="3063050" y="314208"/>
            <a:ext cx="9128950" cy="1419342"/>
          </a:xfrm>
          <a:prstGeom prst="rect">
            <a:avLst/>
          </a:prstGeom>
        </p:spPr>
      </p:pic>
      <p:pic>
        <p:nvPicPr>
          <p:cNvPr id="8" name="Picture 7">
            <a:extLst>
              <a:ext uri="{FF2B5EF4-FFF2-40B4-BE49-F238E27FC236}">
                <a16:creationId xmlns:a16="http://schemas.microsoft.com/office/drawing/2014/main" id="{3977CE87-6BDE-C731-DF48-5E4B007A595B}"/>
              </a:ext>
            </a:extLst>
          </p:cNvPr>
          <p:cNvPicPr>
            <a:picLocks noChangeAspect="1"/>
          </p:cNvPicPr>
          <p:nvPr/>
        </p:nvPicPr>
        <p:blipFill>
          <a:blip r:embed="rId5"/>
          <a:stretch>
            <a:fillRect/>
          </a:stretch>
        </p:blipFill>
        <p:spPr>
          <a:xfrm>
            <a:off x="3063050" y="1962040"/>
            <a:ext cx="9058264" cy="1633851"/>
          </a:xfrm>
          <a:prstGeom prst="rect">
            <a:avLst/>
          </a:prstGeom>
        </p:spPr>
      </p:pic>
      <p:pic>
        <p:nvPicPr>
          <p:cNvPr id="12" name="Picture 11">
            <a:extLst>
              <a:ext uri="{FF2B5EF4-FFF2-40B4-BE49-F238E27FC236}">
                <a16:creationId xmlns:a16="http://schemas.microsoft.com/office/drawing/2014/main" id="{C7C8B4C9-0B82-D383-C2E3-EA7D56CFBC2F}"/>
              </a:ext>
            </a:extLst>
          </p:cNvPr>
          <p:cNvPicPr>
            <a:picLocks noChangeAspect="1"/>
          </p:cNvPicPr>
          <p:nvPr/>
        </p:nvPicPr>
        <p:blipFill>
          <a:blip r:embed="rId6"/>
          <a:stretch>
            <a:fillRect/>
          </a:stretch>
        </p:blipFill>
        <p:spPr>
          <a:xfrm>
            <a:off x="3063050" y="3824382"/>
            <a:ext cx="9128950" cy="2600138"/>
          </a:xfrm>
          <a:prstGeom prst="rect">
            <a:avLst/>
          </a:prstGeom>
        </p:spPr>
      </p:pic>
    </p:spTree>
    <p:extLst>
      <p:ext uri="{BB962C8B-B14F-4D97-AF65-F5344CB8AC3E}">
        <p14:creationId xmlns:p14="http://schemas.microsoft.com/office/powerpoint/2010/main" val="4257312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10249-E955-40B1-2B36-5F5F2CA69A43}"/>
            </a:ext>
          </a:extLst>
        </p:cNvPr>
        <p:cNvGrpSpPr/>
        <p:nvPr/>
      </p:nvGrpSpPr>
      <p:grpSpPr>
        <a:xfrm>
          <a:off x="0" y="0"/>
          <a:ext cx="0" cy="0"/>
          <a:chOff x="0" y="0"/>
          <a:chExt cx="0" cy="0"/>
        </a:xfrm>
      </p:grpSpPr>
      <p:pic>
        <p:nvPicPr>
          <p:cNvPr id="10" name="Graphic 9" descr="Connections outline">
            <a:extLst>
              <a:ext uri="{FF2B5EF4-FFF2-40B4-BE49-F238E27FC236}">
                <a16:creationId xmlns:a16="http://schemas.microsoft.com/office/drawing/2014/main" id="{F303A45E-09F1-9883-CD00-39FE5B3577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76903" y="3090299"/>
            <a:ext cx="1776158" cy="1776158"/>
          </a:xfrm>
          <a:prstGeom prst="rect">
            <a:avLst/>
          </a:prstGeom>
        </p:spPr>
      </p:pic>
      <p:pic>
        <p:nvPicPr>
          <p:cNvPr id="5" name="Picture 4">
            <a:extLst>
              <a:ext uri="{FF2B5EF4-FFF2-40B4-BE49-F238E27FC236}">
                <a16:creationId xmlns:a16="http://schemas.microsoft.com/office/drawing/2014/main" id="{E7DFC6D2-9E6D-A83F-2B56-00C21471A1E1}"/>
              </a:ext>
            </a:extLst>
          </p:cNvPr>
          <p:cNvPicPr>
            <a:picLocks noChangeAspect="1"/>
          </p:cNvPicPr>
          <p:nvPr/>
        </p:nvPicPr>
        <p:blipFill>
          <a:blip r:embed="rId4"/>
          <a:stretch>
            <a:fillRect/>
          </a:stretch>
        </p:blipFill>
        <p:spPr>
          <a:xfrm>
            <a:off x="3086100" y="386357"/>
            <a:ext cx="9105900" cy="1766293"/>
          </a:xfrm>
          <a:prstGeom prst="rect">
            <a:avLst/>
          </a:prstGeom>
        </p:spPr>
      </p:pic>
      <p:pic>
        <p:nvPicPr>
          <p:cNvPr id="9" name="Picture 8">
            <a:extLst>
              <a:ext uri="{FF2B5EF4-FFF2-40B4-BE49-F238E27FC236}">
                <a16:creationId xmlns:a16="http://schemas.microsoft.com/office/drawing/2014/main" id="{74D6A2C2-4FF3-0678-3D39-D1772EE612AA}"/>
              </a:ext>
            </a:extLst>
          </p:cNvPr>
          <p:cNvPicPr>
            <a:picLocks noChangeAspect="1"/>
          </p:cNvPicPr>
          <p:nvPr/>
        </p:nvPicPr>
        <p:blipFill>
          <a:blip r:embed="rId5"/>
          <a:stretch>
            <a:fillRect/>
          </a:stretch>
        </p:blipFill>
        <p:spPr>
          <a:xfrm>
            <a:off x="3086097" y="2622967"/>
            <a:ext cx="9105901" cy="3540298"/>
          </a:xfrm>
          <a:prstGeom prst="rect">
            <a:avLst/>
          </a:prstGeom>
        </p:spPr>
      </p:pic>
      <p:sp>
        <p:nvSpPr>
          <p:cNvPr id="13" name="Title 1">
            <a:extLst>
              <a:ext uri="{FF2B5EF4-FFF2-40B4-BE49-F238E27FC236}">
                <a16:creationId xmlns:a16="http://schemas.microsoft.com/office/drawing/2014/main" id="{8509FADC-DA24-2E72-A800-D00B6C27123E}"/>
              </a:ext>
            </a:extLst>
          </p:cNvPr>
          <p:cNvSpPr>
            <a:spLocks noGrp="1"/>
          </p:cNvSpPr>
          <p:nvPr>
            <p:ph type="title"/>
          </p:nvPr>
        </p:nvSpPr>
        <p:spPr>
          <a:xfrm>
            <a:off x="219639" y="803895"/>
            <a:ext cx="2714625" cy="1329595"/>
          </a:xfrm>
        </p:spPr>
        <p:txBody>
          <a:bodyPr wrap="square">
            <a:normAutofit fontScale="90000"/>
          </a:bodyPr>
          <a:lstStyle/>
          <a:p>
            <a:r>
              <a:rPr lang="en-US" dirty="0"/>
              <a:t>Omnia Accessibility Validator and Fixer for </a:t>
            </a:r>
            <a:r>
              <a:rPr lang="en-US" dirty="0" err="1"/>
              <a:t>MKDocs</a:t>
            </a:r>
            <a:endParaRPr lang="en-US" dirty="0"/>
          </a:p>
        </p:txBody>
      </p:sp>
    </p:spTree>
    <p:extLst>
      <p:ext uri="{BB962C8B-B14F-4D97-AF65-F5344CB8AC3E}">
        <p14:creationId xmlns:p14="http://schemas.microsoft.com/office/powerpoint/2010/main" val="933073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726E-C9AA-D647-7E0C-512A21ECB34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B088842-DE27-6E60-87CC-2D213DF299ED}"/>
              </a:ext>
            </a:extLst>
          </p:cNvPr>
          <p:cNvPicPr>
            <a:picLocks noChangeAspect="1"/>
          </p:cNvPicPr>
          <p:nvPr/>
        </p:nvPicPr>
        <p:blipFill>
          <a:blip r:embed="rId3"/>
          <a:stretch>
            <a:fillRect/>
          </a:stretch>
        </p:blipFill>
        <p:spPr>
          <a:xfrm>
            <a:off x="3260690" y="0"/>
            <a:ext cx="8639377" cy="2771831"/>
          </a:xfrm>
          <a:prstGeom prst="rect">
            <a:avLst/>
          </a:prstGeom>
        </p:spPr>
      </p:pic>
      <p:pic>
        <p:nvPicPr>
          <p:cNvPr id="11" name="Picture 10">
            <a:extLst>
              <a:ext uri="{FF2B5EF4-FFF2-40B4-BE49-F238E27FC236}">
                <a16:creationId xmlns:a16="http://schemas.microsoft.com/office/drawing/2014/main" id="{F978520D-62CD-67DA-992F-BC0BE80A34E6}"/>
              </a:ext>
            </a:extLst>
          </p:cNvPr>
          <p:cNvPicPr>
            <a:picLocks noChangeAspect="1"/>
          </p:cNvPicPr>
          <p:nvPr/>
        </p:nvPicPr>
        <p:blipFill>
          <a:blip r:embed="rId4"/>
          <a:stretch>
            <a:fillRect/>
          </a:stretch>
        </p:blipFill>
        <p:spPr>
          <a:xfrm>
            <a:off x="3260690" y="2771831"/>
            <a:ext cx="8045484" cy="3602669"/>
          </a:xfrm>
          <a:prstGeom prst="rect">
            <a:avLst/>
          </a:prstGeom>
        </p:spPr>
      </p:pic>
      <p:pic>
        <p:nvPicPr>
          <p:cNvPr id="14" name="Graphic 13" descr="Abacus outline">
            <a:extLst>
              <a:ext uri="{FF2B5EF4-FFF2-40B4-BE49-F238E27FC236}">
                <a16:creationId xmlns:a16="http://schemas.microsoft.com/office/drawing/2014/main" id="{89C78C42-F49C-ED7E-258D-9C5BCD9C5F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9149" y="3196493"/>
            <a:ext cx="1562101" cy="1562101"/>
          </a:xfrm>
          <a:prstGeom prst="rect">
            <a:avLst/>
          </a:prstGeom>
        </p:spPr>
      </p:pic>
      <p:sp>
        <p:nvSpPr>
          <p:cNvPr id="18" name="Title 1">
            <a:extLst>
              <a:ext uri="{FF2B5EF4-FFF2-40B4-BE49-F238E27FC236}">
                <a16:creationId xmlns:a16="http://schemas.microsoft.com/office/drawing/2014/main" id="{14C27405-4651-9D15-73FF-A4F32F09E010}"/>
              </a:ext>
            </a:extLst>
          </p:cNvPr>
          <p:cNvSpPr>
            <a:spLocks noGrp="1"/>
          </p:cNvSpPr>
          <p:nvPr>
            <p:ph type="title"/>
          </p:nvPr>
        </p:nvSpPr>
        <p:spPr>
          <a:xfrm>
            <a:off x="219639" y="803895"/>
            <a:ext cx="2714625" cy="1329595"/>
          </a:xfrm>
        </p:spPr>
        <p:txBody>
          <a:bodyPr wrap="square">
            <a:normAutofit fontScale="90000"/>
          </a:bodyPr>
          <a:lstStyle/>
          <a:p>
            <a:r>
              <a:rPr lang="en-US" dirty="0"/>
              <a:t>Omnia Accessibility Validator and Fixer for </a:t>
            </a:r>
            <a:r>
              <a:rPr lang="en-US" dirty="0" err="1"/>
              <a:t>MKDocs</a:t>
            </a:r>
            <a:endParaRPr lang="en-US" dirty="0"/>
          </a:p>
        </p:txBody>
      </p:sp>
    </p:spTree>
    <p:extLst>
      <p:ext uri="{BB962C8B-B14F-4D97-AF65-F5344CB8AC3E}">
        <p14:creationId xmlns:p14="http://schemas.microsoft.com/office/powerpoint/2010/main" val="409740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543A9-DB04-F193-C648-DB96387023E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D9A570-61B6-3EE4-3E19-81DA5193F71D}"/>
              </a:ext>
            </a:extLst>
          </p:cNvPr>
          <p:cNvPicPr>
            <a:picLocks noChangeAspect="1"/>
          </p:cNvPicPr>
          <p:nvPr/>
        </p:nvPicPr>
        <p:blipFill>
          <a:blip r:embed="rId3"/>
          <a:stretch>
            <a:fillRect/>
          </a:stretch>
        </p:blipFill>
        <p:spPr>
          <a:xfrm>
            <a:off x="3067050" y="143567"/>
            <a:ext cx="9124950" cy="2642660"/>
          </a:xfrm>
          <a:prstGeom prst="rect">
            <a:avLst/>
          </a:prstGeom>
        </p:spPr>
      </p:pic>
      <p:pic>
        <p:nvPicPr>
          <p:cNvPr id="6" name="Picture 5">
            <a:extLst>
              <a:ext uri="{FF2B5EF4-FFF2-40B4-BE49-F238E27FC236}">
                <a16:creationId xmlns:a16="http://schemas.microsoft.com/office/drawing/2014/main" id="{A4F09348-4BB7-CE80-0699-5905C05BFEBD}"/>
              </a:ext>
            </a:extLst>
          </p:cNvPr>
          <p:cNvPicPr>
            <a:picLocks noChangeAspect="1"/>
          </p:cNvPicPr>
          <p:nvPr/>
        </p:nvPicPr>
        <p:blipFill>
          <a:blip r:embed="rId4"/>
          <a:stretch>
            <a:fillRect/>
          </a:stretch>
        </p:blipFill>
        <p:spPr>
          <a:xfrm>
            <a:off x="3067050" y="2946390"/>
            <a:ext cx="9124950" cy="3211794"/>
          </a:xfrm>
          <a:prstGeom prst="rect">
            <a:avLst/>
          </a:prstGeom>
        </p:spPr>
      </p:pic>
      <p:sp>
        <p:nvSpPr>
          <p:cNvPr id="12" name="Title 1">
            <a:extLst>
              <a:ext uri="{FF2B5EF4-FFF2-40B4-BE49-F238E27FC236}">
                <a16:creationId xmlns:a16="http://schemas.microsoft.com/office/drawing/2014/main" id="{D12EB9D6-41B0-27A0-2303-4C9B4B308C97}"/>
              </a:ext>
            </a:extLst>
          </p:cNvPr>
          <p:cNvSpPr>
            <a:spLocks noGrp="1"/>
          </p:cNvSpPr>
          <p:nvPr>
            <p:ph type="title"/>
          </p:nvPr>
        </p:nvSpPr>
        <p:spPr>
          <a:xfrm>
            <a:off x="219639" y="803895"/>
            <a:ext cx="2714625" cy="1329595"/>
          </a:xfrm>
        </p:spPr>
        <p:txBody>
          <a:bodyPr wrap="square">
            <a:normAutofit fontScale="90000"/>
          </a:bodyPr>
          <a:lstStyle/>
          <a:p>
            <a:r>
              <a:rPr lang="en-US" dirty="0"/>
              <a:t>Omnia Accessibility Validator and Fixer for </a:t>
            </a:r>
            <a:r>
              <a:rPr lang="en-US" dirty="0" err="1"/>
              <a:t>MKDocs</a:t>
            </a:r>
            <a:endParaRPr lang="en-US" dirty="0"/>
          </a:p>
        </p:txBody>
      </p:sp>
      <p:pic>
        <p:nvPicPr>
          <p:cNvPr id="17" name="Graphic 16" descr="Blockchain outline">
            <a:extLst>
              <a:ext uri="{FF2B5EF4-FFF2-40B4-BE49-F238E27FC236}">
                <a16:creationId xmlns:a16="http://schemas.microsoft.com/office/drawing/2014/main" id="{40C2B7F5-5787-B242-CEDF-040785673F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201" y="3429000"/>
            <a:ext cx="1323974" cy="1323974"/>
          </a:xfrm>
          <a:prstGeom prst="rect">
            <a:avLst/>
          </a:prstGeom>
        </p:spPr>
      </p:pic>
    </p:spTree>
    <p:extLst>
      <p:ext uri="{BB962C8B-B14F-4D97-AF65-F5344CB8AC3E}">
        <p14:creationId xmlns:p14="http://schemas.microsoft.com/office/powerpoint/2010/main" val="356354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heme/theme1.xml><?xml version="1.0" encoding="utf-8"?>
<a:theme xmlns:a="http://schemas.openxmlformats.org/drawingml/2006/main" name="Dell Tech color update">
  <a:themeElements>
    <a:clrScheme name="Brand Color Evolution">
      <a:dk1>
        <a:srgbClr val="F0F0F0"/>
      </a:dk1>
      <a:lt1>
        <a:srgbClr val="0672CB"/>
      </a:lt1>
      <a:dk2>
        <a:srgbClr val="FFFFFF"/>
      </a:dk2>
      <a:lt2>
        <a:srgbClr val="000000"/>
      </a:lt2>
      <a:accent1>
        <a:srgbClr val="1D2C3B"/>
      </a:accent1>
      <a:accent2>
        <a:srgbClr val="0D2155"/>
      </a:accent2>
      <a:accent3>
        <a:srgbClr val="00468B"/>
      </a:accent3>
      <a:accent4>
        <a:srgbClr val="044E52"/>
      </a:accent4>
      <a:accent5>
        <a:srgbClr val="0B7C84"/>
      </a:accent5>
      <a:accent6>
        <a:srgbClr val="3F205C"/>
      </a:accent6>
      <a:hlink>
        <a:srgbClr val="0672CB"/>
      </a:hlink>
      <a:folHlink>
        <a:srgbClr val="40155C"/>
      </a:folHlink>
    </a:clrScheme>
    <a:fontScheme name="Corporate fonts">
      <a:majorFont>
        <a:latin typeface="Arial Nova Light"/>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dirty="0" err="1" smtClean="0">
            <a:solidFill>
              <a:schemeClr val="bg2"/>
            </a:solidFill>
          </a:defRPr>
        </a:defPPr>
      </a:lstStyle>
    </a:txDef>
  </a:objectDefaults>
  <a:extraClrSchemeLst/>
  <a:extLst>
    <a:ext uri="{05A4C25C-085E-4340-85A3-A5531E510DB2}">
      <thm15:themeFamily xmlns:thm15="http://schemas.microsoft.com/office/thememl/2012/main" name="Presentation2" id="{8B802045-CFFE-4F1A-8BF9-866750934E99}" vid="{427DF5DF-ACD3-4557-AB39-73E0AB8CC8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C0F800EEAEBD4384896CE74E656704" ma:contentTypeVersion="31" ma:contentTypeDescription="Create a new document." ma:contentTypeScope="" ma:versionID="a8cc95602a87bf8f0c4c96adeaf8983a">
  <xsd:schema xmlns:xsd="http://www.w3.org/2001/XMLSchema" xmlns:xs="http://www.w3.org/2001/XMLSchema" xmlns:p="http://schemas.microsoft.com/office/2006/metadata/properties" xmlns:ns2="a2c2cd85-e640-4b28-aa4e-362801245924" xmlns:ns3="50b6f805-d7da-464f-82b5-6a374dc27156" targetNamespace="http://schemas.microsoft.com/office/2006/metadata/properties" ma:root="true" ma:fieldsID="f852585d0485a24b657e38160f5bafb2" ns2:_="" ns3:_="">
    <xsd:import namespace="a2c2cd85-e640-4b28-aa4e-362801245924"/>
    <xsd:import namespace="50b6f805-d7da-464f-82b5-6a374dc27156"/>
    <xsd:element name="properties">
      <xsd:complexType>
        <xsd:sequence>
          <xsd:element name="documentManagement">
            <xsd:complexType>
              <xsd:all>
                <xsd:element ref="ns2:SiteCategories" minOccurs="0"/>
                <xsd:element ref="ns2:TaxKeywordTaxHTField" minOccurs="0"/>
                <xsd:element ref="ns2:TaxCatchAll" minOccurs="0"/>
                <xsd:element ref="ns2:Contents" minOccurs="0"/>
                <xsd:element ref="ns2:DocumentID" minOccurs="0"/>
                <xsd:element ref="ns3:MediaServiceMetadata" minOccurs="0"/>
                <xsd:element ref="ns3:MediaServiceFastMetadata" minOccurs="0"/>
                <xsd:element ref="ns3:MediaServiceDateTaken" minOccurs="0"/>
                <xsd:element ref="ns3:MediaServiceAutoTags" minOccurs="0"/>
                <xsd:element ref="ns3:MediaLengthInSeconds" minOccurs="0"/>
                <xsd:element ref="ns3:MediaServiceOCR" minOccurs="0"/>
                <xsd:element ref="ns3:MediaServiceGenerationTime" minOccurs="0"/>
                <xsd:element ref="ns3:MediaServiceEventHashCode" minOccurs="0"/>
                <xsd:element ref="ns2:SharedWithUsers" minOccurs="0"/>
                <xsd:element ref="ns2:SharedWithDetails" minOccurs="0"/>
                <xsd:element ref="ns3:lcf76f155ced4ddcb4097134ff3c332f" minOccurs="0"/>
                <xsd:element ref="ns3:MediaServiceObjectDetectorVersions" minOccurs="0"/>
                <xsd:element ref="ns3:MediaServiceSearchProperties" minOccurs="0"/>
                <xsd:element ref="ns3:DeliveryDate" minOccurs="0"/>
                <xsd:element ref="ns3:Assignedto_x003a_" minOccurs="0"/>
                <xsd:element ref="ns3:Purchased" minOccurs="0"/>
                <xsd:element ref="ns3:MoneySent" minOccurs="0"/>
                <xsd:element ref="ns3:Dateassigned" minOccurs="0"/>
                <xsd:element ref="ns3:Wrapped" minOccurs="0"/>
                <xsd:element ref="ns3:MediaServiceBillingMetadata" minOccurs="0"/>
                <xsd:element ref="ns3:Forum" minOccurs="0"/>
                <xsd:element ref="ns3:Delivery" minOccurs="0"/>
                <xsd:element ref="ns3:Status" minOccurs="0"/>
                <xsd:element ref="ns3:AgenticUseCas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c2cd85-e640-4b28-aa4e-362801245924" elementFormDefault="qualified">
    <xsd:import namespace="http://schemas.microsoft.com/office/2006/documentManagement/types"/>
    <xsd:import namespace="http://schemas.microsoft.com/office/infopath/2007/PartnerControls"/>
    <xsd:element name="SiteCategories" ma:index="8" nillable="true" ma:displayName="SiteCategories" ma:default="" ma:internalName="SiteCategories">
      <xsd:complexType>
        <xsd:complexContent>
          <xsd:extension base="dms:MultiChoice">
            <xsd:sequence>
              <xsd:element name="Value" maxOccurs="unbounded" minOccurs="0" nillable="true">
                <xsd:simpleType>
                  <xsd:restriction base="dms:Choice">
                    <xsd:enumeration value="Enter Choice #1"/>
                  </xsd:restriction>
                </xsd:simpleType>
              </xsd:element>
            </xsd:sequence>
          </xsd:extension>
        </xsd:complexContent>
      </xsd:complexType>
    </xsd:element>
    <xsd:element name="TaxKeywordTaxHTField" ma:index="10" nillable="true" ma:taxonomy="true" ma:internalName="TaxKeywordTaxHTField" ma:taxonomyFieldName="TaxKeyword" ma:displayName="Enterprise Keywords" ma:fieldId="{23f27201-bee3-471e-b2e7-b64fd8b7ca38}" ma:taxonomyMulti="true" ma:sspId="f4a8f3d3-8814-4760-a664-575ca63320f0" ma:termSetId="00000000-0000-0000-0000-000000000000" ma:anchorId="00000000-0000-0000-0000-000000000000" ma:open="true" ma:isKeyword="true">
      <xsd:complexType>
        <xsd:sequence>
          <xsd:element ref="pc:Terms" minOccurs="0" maxOccurs="1"/>
        </xsd:sequence>
      </xsd:complexType>
    </xsd:element>
    <xsd:element name="TaxCatchAll" ma:index="11" nillable="true" ma:displayName="Taxonomy Catch All Column" ma:hidden="true" ma:list="{bff1f5c3-6bd9-4a61-8816-ede630c8b434}" ma:internalName="TaxCatchAll" ma:showField="CatchAllData" ma:web="a2c2cd85-e640-4b28-aa4e-362801245924">
      <xsd:complexType>
        <xsd:complexContent>
          <xsd:extension base="dms:MultiChoiceLookup">
            <xsd:sequence>
              <xsd:element name="Value" type="dms:Lookup" maxOccurs="unbounded" minOccurs="0" nillable="true"/>
            </xsd:sequence>
          </xsd:extension>
        </xsd:complexContent>
      </xsd:complexType>
    </xsd:element>
    <xsd:element name="Contents" ma:index="12" nillable="true" ma:displayName="Contents" ma:internalName="Contents">
      <xsd:simpleType>
        <xsd:restriction base="dms:Note">
          <xsd:maxLength value="255"/>
        </xsd:restriction>
      </xsd:simpleType>
    </xsd:element>
    <xsd:element name="DocumentID" ma:index="13" nillable="true" ma:displayName="DocumentID" ma:internalName="DocumentID">
      <xsd:simpleType>
        <xsd:restriction base="dms:Text">
          <xsd:maxLength value="255"/>
        </xsd:restriction>
      </xsd:simple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0b6f805-d7da-464f-82b5-6a374dc27156" elementFormDefault="qualified">
    <xsd:import namespace="http://schemas.microsoft.com/office/2006/documentManagement/types"/>
    <xsd:import namespace="http://schemas.microsoft.com/office/infopath/2007/PartnerControls"/>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f4a8f3d3-8814-4760-a664-575ca63320f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DeliveryDate" ma:index="28" nillable="true" ma:displayName="Delivery Date" ma:format="DateOnly" ma:internalName="DeliveryDate">
      <xsd:simpleType>
        <xsd:restriction base="dms:DateTime"/>
      </xsd:simpleType>
    </xsd:element>
    <xsd:element name="Assignedto_x003a_" ma:index="29" nillable="true" ma:displayName="Assigned to:" ma:format="Dropdown" ma:list="UserInfo" ma:SharePointGroup="0" ma:internalName="Assignedto_x003a_">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rchased" ma:index="30" nillable="true" ma:displayName="Purchased" ma:default="0" ma:format="Dropdown" ma:internalName="Purchased">
      <xsd:simpleType>
        <xsd:restriction base="dms:Boolean"/>
      </xsd:simpleType>
    </xsd:element>
    <xsd:element name="MoneySent" ma:index="31" nillable="true" ma:displayName="Money Sent" ma:default="0" ma:format="Dropdown" ma:internalName="MoneySent">
      <xsd:simpleType>
        <xsd:restriction base="dms:Boolean"/>
      </xsd:simpleType>
    </xsd:element>
    <xsd:element name="Dateassigned" ma:index="32" nillable="true" ma:displayName="Date assigned" ma:format="DateOnly" ma:internalName="Dateassigned">
      <xsd:simpleType>
        <xsd:restriction base="dms:DateTime"/>
      </xsd:simpleType>
    </xsd:element>
    <xsd:element name="Wrapped" ma:index="33" nillable="true" ma:displayName="Wrapped" ma:default="0" ma:format="Dropdown" ma:internalName="Wrapped">
      <xsd:simpleType>
        <xsd:restriction base="dms:Boolean"/>
      </xsd:simpleType>
    </xsd:element>
    <xsd:element name="MediaServiceBillingMetadata" ma:index="34" nillable="true" ma:displayName="MediaServiceBillingMetadata" ma:hidden="true" ma:internalName="MediaServiceBillingMetadata" ma:readOnly="true">
      <xsd:simpleType>
        <xsd:restriction base="dms:Note"/>
      </xsd:simpleType>
    </xsd:element>
    <xsd:element name="Forum" ma:index="35" nillable="true" ma:displayName="Forum" ma:description="What is the primary forum this content is being used in." ma:format="Dropdown" ma:internalName="Forum">
      <xsd:complexType>
        <xsd:complexContent>
          <xsd:extension base="dms:MultiChoiceFillIn">
            <xsd:sequence>
              <xsd:element name="Value" maxOccurs="unbounded" minOccurs="0" nillable="true">
                <xsd:simpleType>
                  <xsd:union memberTypes="dms:Text">
                    <xsd:simpleType>
                      <xsd:restriction base="dms:Choice">
                        <xsd:enumeration value="Singh Product Line Review"/>
                        <xsd:enumeration value="Sawhney Review"/>
                        <xsd:enumeration value="Mooney Review"/>
                        <xsd:enumeration value="Barretto Review"/>
                        <xsd:enumeration value="JWC Review"/>
                        <xsd:enumeration value="Marquez Review"/>
                        <xsd:enumeration value="Other"/>
                        <xsd:enumeration value="Review Board"/>
                      </xsd:restriction>
                    </xsd:simpleType>
                  </xsd:union>
                </xsd:simpleType>
              </xsd:element>
            </xsd:sequence>
          </xsd:extension>
        </xsd:complexContent>
      </xsd:complexType>
    </xsd:element>
    <xsd:element name="Delivery" ma:index="36" nillable="true" ma:displayName="Delivery" ma:description="What is the date that the content was or will be delivered?" ma:format="DateOnly" ma:internalName="Delivery">
      <xsd:simpleType>
        <xsd:restriction base="dms:DateTime"/>
      </xsd:simpleType>
    </xsd:element>
    <xsd:element name="Status" ma:index="37" nillable="true" ma:displayName="Status" ma:format="Dropdown" ma:internalName="Status">
      <xsd:simpleType>
        <xsd:restriction base="dms:Choice">
          <xsd:enumeration value="Approved"/>
          <xsd:enumeration value="Delivered"/>
          <xsd:enumeration value="In Review"/>
          <xsd:enumeration value="Draft / WIP"/>
          <xsd:enumeration value="Living File "/>
        </xsd:restriction>
      </xsd:simpleType>
    </xsd:element>
    <xsd:element name="AgenticUseCase" ma:index="38" nillable="true" ma:displayName="Agentic Use Case" ma:format="Dropdown" ma:internalName="AgenticUseCase">
      <xsd:simpleType>
        <xsd:union memberTypes="dms:Text">
          <xsd:simpleType>
            <xsd:restriction base="dms:Choice">
              <xsd:enumeration value="1. Insights"/>
              <xsd:enumeration value="2. Policy"/>
              <xsd:enumeration value="3. Knowledge"/>
              <xsd:enumeration value="4 Dial Home"/>
              <xsd:enumeration value="5. Scheduling"/>
              <xsd:enumeration value="6. Telemetry Insights"/>
              <xsd:enumeration value="TBD"/>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ntents xmlns="a2c2cd85-e640-4b28-aa4e-362801245924" xsi:nil="true"/>
    <TaxCatchAll xmlns="a2c2cd85-e640-4b28-aa4e-362801245924" xsi:nil="true"/>
    <TaxKeywordTaxHTField xmlns="a2c2cd85-e640-4b28-aa4e-362801245924">
      <Terms xmlns="http://schemas.microsoft.com/office/infopath/2007/PartnerControls"/>
    </TaxKeywordTaxHTField>
    <lcf76f155ced4ddcb4097134ff3c332f xmlns="50b6f805-d7da-464f-82b5-6a374dc27156">
      <Terms xmlns="http://schemas.microsoft.com/office/infopath/2007/PartnerControls"/>
    </lcf76f155ced4ddcb4097134ff3c332f>
    <SiteCategories xmlns="a2c2cd85-e640-4b28-aa4e-362801245924" xsi:nil="true"/>
    <DocumentID xmlns="a2c2cd85-e640-4b28-aa4e-362801245924" xsi:nil="true"/>
    <DeliveryDate xmlns="50b6f805-d7da-464f-82b5-6a374dc27156" xsi:nil="true"/>
    <Wrapped xmlns="50b6f805-d7da-464f-82b5-6a374dc27156">false</Wrapped>
    <MoneySent xmlns="50b6f805-d7da-464f-82b5-6a374dc27156">false</MoneySent>
    <Purchased xmlns="50b6f805-d7da-464f-82b5-6a374dc27156">false</Purchased>
    <Assignedto_x003a_ xmlns="50b6f805-d7da-464f-82b5-6a374dc27156">
      <UserInfo>
        <DisplayName/>
        <AccountId xsi:nil="true"/>
        <AccountType/>
      </UserInfo>
    </Assignedto_x003a_>
    <Dateassigned xmlns="50b6f805-d7da-464f-82b5-6a374dc27156" xsi:nil="true"/>
    <Forum xmlns="50b6f805-d7da-464f-82b5-6a374dc27156" xsi:nil="true"/>
    <Status xmlns="50b6f805-d7da-464f-82b5-6a374dc27156" xsi:nil="true"/>
    <Delivery xmlns="50b6f805-d7da-464f-82b5-6a374dc27156" xsi:nil="true"/>
    <AgenticUseCase xmlns="50b6f805-d7da-464f-82b5-6a374dc27156" xsi:nil="true"/>
  </documentManagement>
</p:properties>
</file>

<file path=customXml/itemProps1.xml><?xml version="1.0" encoding="utf-8"?>
<ds:datastoreItem xmlns:ds="http://schemas.openxmlformats.org/officeDocument/2006/customXml" ds:itemID="{45B1C9C5-B948-463D-8C79-0BBB4E1972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c2cd85-e640-4b28-aa4e-362801245924"/>
    <ds:schemaRef ds:uri="50b6f805-d7da-464f-82b5-6a374dc271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536F5C-77E1-4EDC-B025-4FDDF0DFB1BB}">
  <ds:schemaRefs>
    <ds:schemaRef ds:uri="http://schemas.microsoft.com/sharepoint/v3/contenttype/forms"/>
  </ds:schemaRefs>
</ds:datastoreItem>
</file>

<file path=customXml/itemProps3.xml><?xml version="1.0" encoding="utf-8"?>
<ds:datastoreItem xmlns:ds="http://schemas.openxmlformats.org/officeDocument/2006/customXml" ds:itemID="{08E51012-B727-4B01-9EE6-0C8A68B96B4B}">
  <ds:schemaRefs>
    <ds:schemaRef ds:uri="http://purl.org/dc/terms/"/>
    <ds:schemaRef ds:uri="http://www.w3.org/XML/1998/namespace"/>
    <ds:schemaRef ds:uri="50b6f805-d7da-464f-82b5-6a374dc27156"/>
    <ds:schemaRef ds:uri="http://purl.org/dc/elements/1.1/"/>
    <ds:schemaRef ds:uri="http://schemas.microsoft.com/office/2006/documentManagement/types"/>
    <ds:schemaRef ds:uri="http://schemas.openxmlformats.org/package/2006/metadata/core-properties"/>
    <ds:schemaRef ds:uri="a2c2cd85-e640-4b28-aa4e-362801245924"/>
    <ds:schemaRef ds:uri="http://schemas.microsoft.com/office/infopath/2007/PartnerControl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Dell Technologies PowerPoint Template_May 2025</Template>
  <TotalTime>4313</TotalTime>
  <Words>690</Words>
  <Application>Microsoft Office PowerPoint</Application>
  <PresentationFormat>Widescreen</PresentationFormat>
  <Paragraphs>50</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 </vt:lpstr>
      <vt:lpstr>Aptos</vt:lpstr>
      <vt:lpstr>Arial</vt:lpstr>
      <vt:lpstr>Arial Nova Light</vt:lpstr>
      <vt:lpstr>Dell Tech color update</vt:lpstr>
      <vt:lpstr>Omnia Markdown Accessibility Validator &amp; Fixer</vt:lpstr>
      <vt:lpstr>Omnia Accessibility Validator and Fixer for MKDocs</vt:lpstr>
      <vt:lpstr>Omnia Accessibility Validator and Fixer for MKDocs</vt:lpstr>
      <vt:lpstr>Omnia Accessibility Validator and Fixer for MKDocs</vt:lpstr>
      <vt:lpstr>Omnia Accessibility Validator and Fixer for MKDocs</vt:lpstr>
    </vt:vector>
  </TitlesOfParts>
  <Company>Dell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Anandraj, Anita</dc:creator>
  <cp:lastModifiedBy>David, Joned</cp:lastModifiedBy>
  <cp:revision>206</cp:revision>
  <dcterms:created xsi:type="dcterms:W3CDTF">2025-12-22T07:40:33Z</dcterms:created>
  <dcterms:modified xsi:type="dcterms:W3CDTF">2026-08-24T06:12:14Z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0x0101001CC0F800EEAEBD4384896CE74E656704</vt:lpwstr>
  </property>
  <property fmtid="{D5CDD505-2E9C-101B-9397-08002B2CF9AE}" pid="3" name="TaxKeyword">
    <vt:lpwstr/>
  </property>
  <property fmtid="{D5CDD505-2E9C-101B-9397-08002B2CF9AE}" pid="4" name="MediaServiceImageTags">
    <vt:lpwstr/>
  </property>
  <property fmtid="{D5CDD505-2E9C-101B-9397-08002B2CF9AE}" pid="5" name="MSIP_Label_dad3be33-4108-4738-9e07-d8656a181486_Enabled">
    <vt:lpwstr>true</vt:lpwstr>
  </property>
  <property fmtid="{D5CDD505-2E9C-101B-9397-08002B2CF9AE}" pid="6" name="MSIP_Label_dad3be33-4108-4738-9e07-d8656a181486_SetDate">
    <vt:lpwstr>2025-12-22T07:42:21Z</vt:lpwstr>
  </property>
  <property fmtid="{D5CDD505-2E9C-101B-9397-08002B2CF9AE}" pid="7" name="MSIP_Label_dad3be33-4108-4738-9e07-d8656a181486_Method">
    <vt:lpwstr>Privileged</vt:lpwstr>
  </property>
  <property fmtid="{D5CDD505-2E9C-101B-9397-08002B2CF9AE}" pid="8" name="MSIP_Label_dad3be33-4108-4738-9e07-d8656a181486_Name">
    <vt:lpwstr>Public No Visual Label</vt:lpwstr>
  </property>
  <property fmtid="{D5CDD505-2E9C-101B-9397-08002B2CF9AE}" pid="9" name="MSIP_Label_dad3be33-4108-4738-9e07-d8656a181486_SiteId">
    <vt:lpwstr>945c199a-83a2-4e80-9f8c-5a91be5752dd</vt:lpwstr>
  </property>
  <property fmtid="{D5CDD505-2E9C-101B-9397-08002B2CF9AE}" pid="10" name="MSIP_Label_dad3be33-4108-4738-9e07-d8656a181486_ActionId">
    <vt:lpwstr>9c90f462-23c7-4b7d-af2b-172f237fa1b8</vt:lpwstr>
  </property>
  <property fmtid="{D5CDD505-2E9C-101B-9397-08002B2CF9AE}" pid="11" name="MSIP_Label_dad3be33-4108-4738-9e07-d8656a181486_ContentBits">
    <vt:lpwstr>0</vt:lpwstr>
  </property>
  <property fmtid="{D5CDD505-2E9C-101B-9397-08002B2CF9AE}" pid="12" name="MSIP_Label_dad3be33-4108-4738-9e07-d8656a181486_Tag">
    <vt:lpwstr>10, 0, 1, 1</vt:lpwstr>
  </property>
</Properties>
</file>