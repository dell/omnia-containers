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Omnia Markdown Accessibility Validator &amp; Fixer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 b="1"/>
            </a:pPr>
            <a:r>
              <a:t>Knowledge Transfer Session</a:t>
            </a:r>
          </a:p>
          <a:p>
            <a:pPr>
              <a:spcAft>
                <a:spcPts val="1200"/>
              </a:spcAft>
              <a:defRPr sz="2000" b="1"/>
            </a:pPr>
            <a:r>
              <a:t>Key Stats</a:t>
            </a:r>
          </a:p>
          <a:p>
            <a:pPr>
              <a:spcAft>
                <a:spcPts val="600"/>
              </a:spcAft>
              <a:defRPr sz="1800"/>
            </a:pPr>
            <a:r>
              <a:t>**1** Command to Run</a:t>
            </a:r>
          </a:p>
          <a:p>
            <a:pPr>
              <a:spcAft>
                <a:spcPts val="600"/>
              </a:spcAft>
              <a:defRPr sz="1800"/>
            </a:pPr>
            <a:r>
              <a:t>**2** Files to Know</a:t>
            </a:r>
          </a:p>
          <a:p>
            <a:pPr>
              <a:spcAft>
                <a:spcPts val="600"/>
              </a:spcAft>
              <a:defRPr sz="1800"/>
            </a:pPr>
            <a:r>
              <a:t>**5-10** Minutes to 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The Problem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 b="1"/>
            </a:pPr>
            <a:r>
              <a:t>❌ Current Challenges</a:t>
            </a:r>
          </a:p>
          <a:p>
            <a:pPr>
              <a:spcAft>
                <a:spcPts val="600"/>
              </a:spcAft>
              <a:defRPr sz="1800"/>
            </a:pPr>
            <a:r>
              <a:t>📝 Markdown documentation needs accessibility compliance</a:t>
            </a:r>
          </a:p>
          <a:p>
            <a:pPr>
              <a:spcAft>
                <a:spcPts val="600"/>
              </a:spcAft>
              <a:defRPr sz="1800"/>
            </a:pPr>
            <a:r>
              <a:t>🔍 Manual checking is time-consuming and error-prone</a:t>
            </a:r>
          </a:p>
          <a:p>
            <a:pPr>
              <a:spcAft>
                <a:spcPts val="600"/>
              </a:spcAft>
              <a:defRPr sz="1800"/>
            </a:pPr>
            <a:r>
              <a:t>⏱️ Teams spend hours finding and fixing accessibility issues</a:t>
            </a:r>
          </a:p>
          <a:p>
            <a:pPr>
              <a:spcAft>
                <a:spcPts val="600"/>
              </a:spcAft>
              <a:defRPr sz="1800"/>
            </a:pPr>
            <a:r>
              <a:t>📊 No easy way to track improvement over time</a:t>
            </a:r>
          </a:p>
          <a:p>
            <a:pPr>
              <a:spcAft>
                <a:spcPts val="1200"/>
              </a:spcAft>
              <a:defRPr sz="2400" b="1"/>
            </a:pPr>
            <a:r>
              <a:t>✅ Our Approach</a:t>
            </a:r>
          </a:p>
          <a:p>
            <a:pPr>
              <a:spcAft>
                <a:spcPts val="1200"/>
              </a:spcAft>
              <a:defRPr sz="2000" b="1"/>
            </a:pPr>
            <a:r>
              <a:t>Three Core Capabilities</a:t>
            </a:r>
          </a:p>
          <a:p>
            <a:pPr>
              <a:spcAft>
                <a:spcPts val="600"/>
              </a:spcAft>
              <a:defRPr sz="1800"/>
            </a:pPr>
            <a:r>
              <a:t>1. **Validate** - Automatically scans Markdown files for accessibility issues</a:t>
            </a:r>
          </a:p>
          <a:p>
            <a:pPr>
              <a:spcAft>
                <a:spcPts val="600"/>
              </a:spcAft>
              <a:defRPr sz="1800"/>
            </a:pPr>
            <a:r>
              <a:t>2. **Fix** - Auto-fixes issues + interactive mode for manual review</a:t>
            </a:r>
          </a:p>
          <a:p>
            <a:pPr>
              <a:spcAft>
                <a:spcPts val="600"/>
              </a:spcAft>
              <a:defRPr sz="1800"/>
            </a:pPr>
            <a:r>
              <a:t>3. **Report** - Multi-format reports with pie charts showing before/after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How It Works &amp;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 b="1"/>
            </a:pPr>
            <a:r>
              <a:t>⚙️ Simple Workflow</a:t>
            </a:r>
          </a:p>
          <a:p>
            <a:pPr>
              <a:spcAft>
                <a:spcPts val="600"/>
              </a:spcAft>
              <a:defRPr sz="1600"/>
            </a:pPr>
            <a:r>
              <a:t>**SCAN → VALIDATE → FIX → REPORT**</a:t>
            </a:r>
          </a:p>
          <a:p>
            <a:pPr>
              <a:spcAft>
                <a:spcPts val="1200"/>
              </a:spcAft>
              <a:defRPr sz="2000" b="1"/>
            </a:pPr>
            <a:r>
              <a:t>One Command</a:t>
            </a:r>
          </a:p>
          <a:p>
            <a:pPr>
              <a:spcAft>
                <a:spcPts val="600"/>
              </a:spcAft>
              <a:defRPr sz="1600"/>
            </a:pPr>
            <a:r>
              <a:t>python run_omnia_accessibility.py path/to/docs</a:t>
            </a:r>
          </a:p>
          <a:p>
            <a:pPr>
              <a:spcAft>
                <a:spcPts val="1200"/>
              </a:spcAft>
              <a:defRPr sz="2000" b="1"/>
            </a:pPr>
            <a:r>
              <a:t>Recent Enhancements (v1.5)</a:t>
            </a:r>
          </a:p>
          <a:p>
            <a:pPr>
              <a:spcAft>
                <a:spcPts val="1200"/>
              </a:spcAft>
              <a:defRPr sz="2400" b="1"/>
            </a:pPr>
            <a:r>
              <a:t>🌟 What Makes It Unique</a:t>
            </a:r>
          </a:p>
          <a:p>
            <a:pPr>
              <a:spcAft>
                <a:spcPts val="600"/>
              </a:spcAft>
              <a:defRPr sz="1800"/>
            </a:pPr>
            <a:r>
              <a:t>📄 Markdown-specific (not generic HTML/DITA tools)</a:t>
            </a:r>
          </a:p>
          <a:p>
            <a:pPr>
              <a:spcAft>
                <a:spcPts val="600"/>
              </a:spcAft>
              <a:defRPr sz="1800"/>
            </a:pPr>
            <a:r>
              <a:t>🤖 Auto-fixes 40%+ of issues automatically</a:t>
            </a:r>
          </a:p>
          <a:p>
            <a:pPr>
              <a:spcAft>
                <a:spcPts val="600"/>
              </a:spcAft>
              <a:defRPr sz="1800"/>
            </a:pPr>
            <a:r>
              <a:t>📊 Visual reports with pie charts (before/after comparison)</a:t>
            </a:r>
          </a:p>
          <a:p>
            <a:pPr>
              <a:spcAft>
                <a:spcPts val="600"/>
              </a:spcAft>
              <a:defRPr sz="1800"/>
            </a:pPr>
            <a:r>
              <a:t>🔄 Tracks improvement over time with comparison reports</a:t>
            </a:r>
          </a:p>
          <a:p>
            <a:pPr>
              <a:spcAft>
                <a:spcPts val="600"/>
              </a:spcAft>
              <a:defRPr sz="1800"/>
            </a:pPr>
            <a:r>
              <a:t>📦 Zero external dependencies (Python standard library only)</a:t>
            </a:r>
          </a:p>
          <a:p>
            <a:pPr>
              <a:spcAft>
                <a:spcPts val="600"/>
              </a:spcAft>
              <a:defRPr sz="1800"/>
            </a:pPr>
            <a:r>
              <a:t>🎯 IDE-ready for Windsurf/Devin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Reports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 b="1"/>
            </a:pPr>
            <a:r>
              <a:t>📁 Comprehensive Output</a:t>
            </a:r>
          </a:p>
          <a:p>
            <a:pPr>
              <a:spcAft>
                <a:spcPts val="1200"/>
              </a:spcAft>
              <a:defRPr sz="2000" b="1"/>
            </a:pPr>
            <a:r>
              <a:t>Five Report Types</a:t>
            </a:r>
          </a:p>
          <a:p>
            <a:pPr>
              <a:spcAft>
                <a:spcPts val="600"/>
              </a:spcAft>
              <a:defRPr sz="1800"/>
            </a:pPr>
            <a:r>
              <a:t>1. **HTML Visual Report** - Interactive with pie charts showing severity distribution</a:t>
            </a:r>
          </a:p>
          <a:p>
            <a:pPr>
              <a:spcAft>
                <a:spcPts val="600"/>
              </a:spcAft>
              <a:defRPr sz="1800"/>
            </a:pPr>
            <a:r>
              <a:t>2. **CSV Report** - For Excel analysis and tracking metrics</a:t>
            </a:r>
          </a:p>
          <a:p>
            <a:pPr>
              <a:spcAft>
                <a:spcPts val="600"/>
              </a:spcAft>
              <a:defRPr sz="1800"/>
            </a:pPr>
            <a:r>
              <a:t>3. **Text Report** - Human-readable summary with recommendations</a:t>
            </a:r>
          </a:p>
          <a:p>
            <a:pPr>
              <a:spcAft>
                <a:spcPts val="600"/>
              </a:spcAft>
              <a:defRPr sz="1800"/>
            </a:pPr>
            <a:r>
              <a:t>4. **Comparison Report** - Before/after showing improvement percentage</a:t>
            </a:r>
          </a:p>
          <a:p>
            <a:pPr>
              <a:spcAft>
                <a:spcPts val="1200"/>
              </a:spcAft>
              <a:defRPr sz="2400" b="1"/>
            </a:pPr>
            <a:r>
              <a:t>🚀 Getting Started</a:t>
            </a:r>
          </a:p>
          <a:p>
            <a:pPr>
              <a:spcAft>
                <a:spcPts val="1200"/>
              </a:spcAft>
              <a:defRPr sz="2000" b="1"/>
            </a:pPr>
            <a:r>
              <a:t>Resources Available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Now let's see it in action! 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 b="1"/>
            </a:pPr>
            <a:r>
              <a:t>Demo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